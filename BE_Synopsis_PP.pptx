
<file path=[Content_Types].xml><?xml version="1.0" encoding="utf-8"?>
<Types xmlns="http://schemas.openxmlformats.org/package/2006/content-types">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5" r:id="rId1"/>
    <p:sldMasterId id="2147483656" r:id="rId2"/>
    <p:sldMasterId id="2147483657" r:id="rId3"/>
  </p:sldMasterIdLst>
  <p:notesMasterIdLst>
    <p:notesMasterId r:id="rId18"/>
  </p:notesMasterIdLst>
  <p:sldIdLst>
    <p:sldId id="282" r:id="rId4"/>
    <p:sldId id="283" r:id="rId5"/>
    <p:sldId id="284" r:id="rId6"/>
    <p:sldId id="285" r:id="rId7"/>
    <p:sldId id="286" r:id="rId8"/>
    <p:sldId id="287" r:id="rId9"/>
    <p:sldId id="289" r:id="rId10"/>
    <p:sldId id="290" r:id="rId11"/>
    <p:sldId id="288" r:id="rId12"/>
    <p:sldId id="291" r:id="rId13"/>
    <p:sldId id="293" r:id="rId14"/>
    <p:sldId id="294" r:id="rId15"/>
    <p:sldId id="295" r:id="rId16"/>
    <p:sldId id="296"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showPr>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7189" autoAdjust="0"/>
    <p:restoredTop sz="94660"/>
  </p:normalViewPr>
  <p:slideViewPr>
    <p:cSldViewPr snapToGrid="0">
      <p:cViewPr varScale="1">
        <p:scale>
          <a:sx n="88" d="100"/>
          <a:sy n="88" d="100"/>
        </p:scale>
        <p:origin x="-1210" y="-77"/>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104869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94" name="Google Shape;4;n"/>
          <p:cNvSpPr txBox="1">
            <a:spLocks noGrp="1"/>
          </p:cNvSpPr>
          <p:nvPr>
            <p:ph type="dt" idx="10"/>
          </p:nvPr>
        </p:nvSpPr>
        <p:spPr>
          <a:xfrm>
            <a:off x="3884612"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SzPts val="1400"/>
              <a:buNone/>
              <a:def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9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104869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1048697" name="Google Shape;7;n"/>
          <p:cNvSpPr txBox="1">
            <a:spLocks noGrp="1"/>
          </p:cNvSpPr>
          <p:nvPr>
            <p:ph type="ftr" idx="11"/>
          </p:nvPr>
        </p:nvSpPr>
        <p:spPr>
          <a:xfrm>
            <a:off x="0" y="8685212"/>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rgbClr val="000000"/>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98" name="Google Shape;8;n"/>
          <p:cNvSpPr txBox="1">
            <a:spLocks noGrp="1"/>
          </p:cNvSpPr>
          <p:nvPr>
            <p:ph type="sldNum" idx="12"/>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pPr marL="0" marR="0" lvl="0" indent="0" algn="r" rtl="0">
                <a:lnSpc>
                  <a:spcPct val="100000"/>
                </a:lnSpc>
                <a:spcBef>
                  <a:spcPts val="0"/>
                </a:spcBef>
                <a:spcAft>
                  <a:spcPts val="0"/>
                </a:spcAft>
                <a:buClr>
                  <a:srgbClr val="000000"/>
                </a:buClr>
                <a:buSzPts val="1200"/>
                <a:buFont typeface="Calibri" panose="020F0502020204030204"/>
                <a:buNone/>
              </a:pPr>
              <a:t>‹#›</a:t>
            </a:fld>
            <a:endPar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1048593" name="Google Shape;6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8594"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595" name="Google Shape;62;p1: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panose="020F0502020204030204"/>
              <a:buNone/>
            </a:pPr>
            <a:fld id="{00000000-1234-1234-1234-123412341234}" type="slidenum">
              <a:rPr lang="en-US" sz="1200" b="0" i="0" u="none">
                <a:solidFill>
                  <a:schemeClr val="dk1"/>
                </a:solidFill>
                <a:latin typeface="Calibri" panose="020F0502020204030204"/>
                <a:ea typeface="Calibri" panose="020F0502020204030204"/>
                <a:cs typeface="Calibri" panose="020F0502020204030204"/>
                <a:sym typeface="Calibri" panose="020F0502020204030204"/>
              </a:rPr>
              <a:pPr marL="0" marR="0" lvl="0" indent="0" algn="r" rtl="0">
                <a:lnSpc>
                  <a:spcPct val="100000"/>
                </a:lnSpc>
                <a:spcBef>
                  <a:spcPts val="0"/>
                </a:spcBef>
                <a:spcAft>
                  <a:spcPts val="0"/>
                </a:spcAft>
                <a:buClr>
                  <a:schemeClr val="dk1"/>
                </a:buClr>
                <a:buSzPts val="1200"/>
                <a:buFont typeface="Calibri" panose="020F0502020204030204"/>
                <a:buNone/>
              </a:pPr>
              <a:t>1</a:t>
            </a:fld>
            <a:endParaRPr lang="en-US" sz="1200" b="0" i="0" u="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1048613" name="Google Shape;6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8614" name="Google Shape;6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15" name="Google Shape;69;p2: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a:solidFill>
                  <a:srgbClr val="000000"/>
                </a:solidFill>
                <a:latin typeface="Calibri" panose="020F0502020204030204"/>
                <a:ea typeface="Calibri" panose="020F0502020204030204"/>
                <a:cs typeface="Calibri" panose="020F0502020204030204"/>
                <a:sym typeface="Calibri" panose="020F0502020204030204"/>
              </a:rPr>
              <a:pPr marL="0" marR="0" lvl="0" indent="0" algn="r" rtl="0">
                <a:lnSpc>
                  <a:spcPct val="100000"/>
                </a:lnSpc>
                <a:spcBef>
                  <a:spcPts val="0"/>
                </a:spcBef>
                <a:spcAft>
                  <a:spcPts val="0"/>
                </a:spcAft>
                <a:buClr>
                  <a:srgbClr val="000000"/>
                </a:buClr>
                <a:buSzPts val="1200"/>
                <a:buFont typeface="Calibri" panose="020F0502020204030204"/>
                <a:buNone/>
              </a:pPr>
              <a:t>2</a:t>
            </a:fld>
            <a:endParaRPr lang="en-US" sz="1200" b="0" i="0" u="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1048620" name="Google Shape;7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21" name="Google Shape;7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1048625" name="Google Shape;8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26" name="Google Shape;8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1048637" name="Google Shape;93;g802540a111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38" name="Google Shape;94;g802540a111_0_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39" name="Google Shape;95;g802540a111_0_12: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panose="020F0502020204030204"/>
              <a:buNone/>
            </a:pPr>
            <a:fld id="{00000000-1234-1234-1234-123412341234}" type="slidenum">
              <a:rPr lang="en-US"/>
              <a:pPr marL="0" lvl="0" indent="0" algn="r" rtl="0">
                <a:spcBef>
                  <a:spcPts val="0"/>
                </a:spcBef>
                <a:spcAft>
                  <a:spcPts val="0"/>
                </a:spcAft>
                <a:buClr>
                  <a:srgbClr val="000000"/>
                </a:buClr>
                <a:buSzPts val="1200"/>
                <a:buFont typeface="Calibri" panose="020F0502020204030204"/>
                <a:buNone/>
              </a:pPr>
              <a:t>6</a:t>
            </a:fld>
            <a:endParaRPr sz="1400">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48644" name="Google Shape;102;g802540a111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45" name="Google Shape;103;g802540a111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46" name="Google Shape;104;g802540a111_0_5: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panose="020F0502020204030204"/>
              <a:buNone/>
            </a:pPr>
            <a:fld id="{00000000-1234-1234-1234-123412341234}" type="slidenum">
              <a:rPr lang="en-US"/>
              <a:pPr marL="0" lvl="0" indent="0" algn="r" rtl="0">
                <a:spcBef>
                  <a:spcPts val="0"/>
                </a:spcBef>
                <a:spcAft>
                  <a:spcPts val="0"/>
                </a:spcAft>
                <a:buClr>
                  <a:srgbClr val="000000"/>
                </a:buClr>
                <a:buSzPts val="1200"/>
                <a:buFont typeface="Calibri" panose="020F0502020204030204"/>
                <a:buNone/>
              </a:pPr>
              <a:t>9</a:t>
            </a:fld>
            <a:endParaRPr sz="1400">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048654" name="Google Shape;119;g802540a111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655" name="Google Shape;120;g802540a111_0_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56" name="Google Shape;121;g802540a111_0_30:notes"/>
          <p:cNvSpPr txBox="1">
            <a:spLocks noGrp="1"/>
          </p:cNvSpPr>
          <p:nvPr>
            <p:ph type="sldNum" idx="12"/>
          </p:nvPr>
        </p:nvSpPr>
        <p:spPr>
          <a:xfrm>
            <a:off x="3884612" y="8685212"/>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Calibri" panose="020F0502020204030204"/>
              <a:buNone/>
            </a:pPr>
            <a:fld id="{00000000-1234-1234-1234-123412341234}" type="slidenum">
              <a:rPr lang="en-US"/>
              <a:pPr marL="0" lvl="0" indent="0" algn="r" rtl="0">
                <a:spcBef>
                  <a:spcPts val="0"/>
                </a:spcBef>
                <a:spcAft>
                  <a:spcPts val="0"/>
                </a:spcAft>
                <a:buClr>
                  <a:srgbClr val="000000"/>
                </a:buClr>
                <a:buSzPts val="1200"/>
                <a:buFont typeface="Calibri" panose="020F0502020204030204"/>
                <a:buNone/>
              </a:pPr>
              <a:t>10</a:t>
            </a:fld>
            <a:endParaRPr sz="1400">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048661" name="Google Shape;12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8662" name="Google Shape;129;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63" name="Google Shape;130;p9:notes"/>
          <p:cNvSpPr txBox="1"/>
          <p:nvPr/>
        </p:nvSpPr>
        <p:spPr>
          <a:xfrm>
            <a:off x="3884612" y="8685212"/>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a:solidFill>
                  <a:srgbClr val="000000"/>
                </a:solidFill>
                <a:latin typeface="Calibri" panose="020F0502020204030204"/>
                <a:ea typeface="Calibri" panose="020F0502020204030204"/>
                <a:cs typeface="Calibri" panose="020F0502020204030204"/>
                <a:sym typeface="Calibri" panose="020F0502020204030204"/>
              </a:rPr>
              <a:pPr marL="0" marR="0" lvl="0" indent="0" algn="r" rtl="0">
                <a:lnSpc>
                  <a:spcPct val="100000"/>
                </a:lnSpc>
                <a:spcBef>
                  <a:spcPts val="0"/>
                </a:spcBef>
                <a:spcAft>
                  <a:spcPts val="0"/>
                </a:spcAft>
                <a:buClr>
                  <a:srgbClr val="000000"/>
                </a:buClr>
                <a:buSzPts val="1200"/>
                <a:buFont typeface="Calibri" panose="020F0502020204030204"/>
                <a:buNone/>
              </a:pPr>
              <a:t>11</a:t>
            </a:fld>
            <a:endParaRPr lang="en-US" sz="1200" b="0" i="0" u="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048668" name="Google Shape;137;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69" name="Google Shape;13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048691" name="Google Shape;14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692" name="Google Shape;14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1048586" name="Google Shape;22;p13"/>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lvl2pPr>
            <a:lvl3pPr lvl="2" algn="ctr">
              <a:spcBef>
                <a:spcPts val="370"/>
              </a:spcBef>
              <a:spcAft>
                <a:spcPts val="0"/>
              </a:spcAft>
              <a:buSzPts val="1530"/>
              <a:buNone/>
            </a:lvl3pPr>
            <a:lvl4pPr lvl="3" algn="ctr">
              <a:spcBef>
                <a:spcPts val="370"/>
              </a:spcBef>
              <a:spcAft>
                <a:spcPts val="0"/>
              </a:spcAft>
              <a:buSzPts val="1440"/>
              <a:buNone/>
            </a:lvl4pPr>
            <a:lvl5pPr lvl="4" algn="ctr">
              <a:spcBef>
                <a:spcPts val="370"/>
              </a:spcBef>
              <a:spcAft>
                <a:spcPts val="0"/>
              </a:spcAft>
              <a:buSzPts val="1800"/>
              <a:buNone/>
            </a:lvl5pPr>
            <a:lvl6pPr lvl="5" algn="ctr">
              <a:spcBef>
                <a:spcPts val="370"/>
              </a:spcBef>
              <a:spcAft>
                <a:spcPts val="0"/>
              </a:spcAft>
              <a:buSzPts val="1800"/>
              <a:buNone/>
            </a:lvl6pPr>
            <a:lvl7pPr lvl="6" algn="ctr">
              <a:spcBef>
                <a:spcPts val="370"/>
              </a:spcBef>
              <a:spcAft>
                <a:spcPts val="0"/>
              </a:spcAft>
              <a:buSzPts val="1800"/>
              <a:buNone/>
            </a:lvl7pPr>
            <a:lvl8pPr lvl="7" algn="ctr">
              <a:spcBef>
                <a:spcPts val="370"/>
              </a:spcBef>
              <a:spcAft>
                <a:spcPts val="0"/>
              </a:spcAft>
              <a:buSzPts val="1800"/>
              <a:buNone/>
            </a:lvl8pPr>
            <a:lvl9pPr lvl="8" algn="ctr">
              <a:spcBef>
                <a:spcPts val="370"/>
              </a:spcBef>
              <a:spcAft>
                <a:spcPts val="0"/>
              </a:spcAft>
              <a:buSzPts val="1800"/>
              <a:buNone/>
            </a:lvl9pPr>
          </a:lstStyle>
          <a:p>
            <a:endParaRPr/>
          </a:p>
        </p:txBody>
      </p:sp>
      <p:sp>
        <p:nvSpPr>
          <p:cNvPr id="1048587" name="Google Shape;23;p13"/>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Autofit/>
          </a:bodyPr>
          <a:lstStyle>
            <a:lvl1pPr lvl="0" algn="ctr">
              <a:spcBef>
                <a:spcPts val="0"/>
              </a:spcBef>
              <a:spcAft>
                <a:spcPts val="0"/>
              </a:spcAft>
              <a:buClr>
                <a:srgbClr val="FFFFFF"/>
              </a:buClr>
              <a:buSzPts val="4000"/>
              <a:buFont typeface="Libre Franklin" panose="00000500000000000000"/>
              <a:buNone/>
              <a:defRPr>
                <a:solidFill>
                  <a:srgbClr val="FFFFFF"/>
                </a:solidFill>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588" name="Google Shape;24;p1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589" name="Google Shape;25;p1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590" name="Google Shape;26;p13"/>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1048603" name="Google Shape;37;p1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04" name="Google Shape;38;p15"/>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lvl1pPr>
            <a:lvl2pPr marL="914400" lvl="1" indent="-325755" algn="l">
              <a:spcBef>
                <a:spcPts val="370"/>
              </a:spcBef>
              <a:spcAft>
                <a:spcPts val="0"/>
              </a:spcAft>
              <a:buSzPts val="1530"/>
              <a:buChar char="⚫"/>
            </a:lvl2pPr>
            <a:lvl3pPr marL="1371600" lvl="2" indent="-325755" algn="l">
              <a:spcBef>
                <a:spcPts val="370"/>
              </a:spcBef>
              <a:spcAft>
                <a:spcPts val="0"/>
              </a:spcAft>
              <a:buSzPts val="1530"/>
              <a:buChar char="⚫"/>
            </a:lvl3pPr>
            <a:lvl4pPr marL="1828800" lvl="3" indent="-320040" algn="l">
              <a:spcBef>
                <a:spcPts val="370"/>
              </a:spcBef>
              <a:spcAft>
                <a:spcPts val="0"/>
              </a:spcAft>
              <a:buSzPts val="1440"/>
              <a:buChar char="⚫"/>
            </a:lvl4pPr>
            <a:lvl5pPr marL="2286000" lvl="4" indent="-342900" algn="l">
              <a:spcBef>
                <a:spcPts val="370"/>
              </a:spcBef>
              <a:spcAft>
                <a:spcPts val="0"/>
              </a:spcAft>
              <a:buSzPts val="1800"/>
              <a:buChar char="o"/>
            </a:lvl5pPr>
            <a:lvl6pPr marL="2743200" lvl="5" indent="-342900" algn="l">
              <a:spcBef>
                <a:spcPts val="370"/>
              </a:spcBef>
              <a:spcAft>
                <a:spcPts val="0"/>
              </a:spcAft>
              <a:buSzPts val="1800"/>
              <a:buChar char="•"/>
            </a:lvl6pPr>
            <a:lvl7pPr marL="3200400" lvl="6" indent="-342900" algn="l">
              <a:spcBef>
                <a:spcPts val="370"/>
              </a:spcBef>
              <a:spcAft>
                <a:spcPts val="0"/>
              </a:spcAft>
              <a:buSzPts val="1800"/>
              <a:buChar char="•"/>
            </a:lvl7pPr>
            <a:lvl8pPr marL="3657600" lvl="7" indent="-342900" algn="l">
              <a:spcBef>
                <a:spcPts val="370"/>
              </a:spcBef>
              <a:spcAft>
                <a:spcPts val="0"/>
              </a:spcAft>
              <a:buSzPts val="1800"/>
              <a:buChar char="•"/>
            </a:lvl8pPr>
            <a:lvl9pPr marL="4114800" lvl="8" indent="-342900" algn="l">
              <a:spcBef>
                <a:spcPts val="370"/>
              </a:spcBef>
              <a:spcAft>
                <a:spcPts val="0"/>
              </a:spcAft>
              <a:buSzPts val="1800"/>
              <a:buChar char="•"/>
            </a:lvl9pPr>
          </a:lstStyle>
          <a:p>
            <a:endParaRPr/>
          </a:p>
        </p:txBody>
      </p:sp>
      <p:sp>
        <p:nvSpPr>
          <p:cNvPr id="1048605" name="Google Shape;39;p1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06" name="Google Shape;40;p15"/>
          <p:cNvSpPr txBox="1">
            <a:spLocks noGrp="1"/>
          </p:cNvSpPr>
          <p:nvPr>
            <p:ph type="ftr" idx="11"/>
          </p:nvPr>
        </p:nvSpPr>
        <p:spPr>
          <a:xfrm>
            <a:off x="1371600" y="6172200"/>
            <a:ext cx="48768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07" name="Google Shape;41;p15"/>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1048627" name="Date Placeholder 1048584"/>
          <p:cNvSpPr>
            <a:spLocks noGrp="1"/>
          </p:cNvSpPr>
          <p:nvPr>
            <p:ph type="dt" sz="half" idx="2"/>
          </p:nvPr>
        </p:nvSpPr>
        <p:spPr>
          <a:xfrm>
            <a:off x="6172200" y="6191250"/>
            <a:ext cx="2476500" cy="476250"/>
          </a:xfrm>
          <a:prstGeom prst="rect">
            <a:avLst/>
          </a:prstGeom>
          <a:noFill/>
          <a:ln>
            <a:noFill/>
          </a:ln>
        </p:spPr>
        <p:txBody>
          <a:bodyPr vert="horz" lIns="91440" tIns="45720" rIns="91440" bIns="45720" anchor="ctr"/>
          <a:lstStyle>
            <a:lvl1pPr marL="0" indent="0" algn="l" eaLnBrk="1" fontAlgn="base" latinLnBrk="1" hangingPunct="1">
              <a:buFontTx/>
              <a:buNone/>
              <a:defRPr b="0">
                <a:solidFill>
                  <a:srgbClr val="000000"/>
                </a:solidFill>
                <a:latin typeface="Calibri" panose="020F0502020204030204"/>
                <a:ea typeface="SimSun" panose="02010600030101010101" pitchFamily="2" charset="-122"/>
              </a:defRPr>
            </a:lvl1pPr>
            <a:lvl2pPr marL="457200" indent="-457200" algn="l" eaLnBrk="1" fontAlgn="base" latinLnBrk="1" hangingPunct="1">
              <a:buFontTx/>
              <a:buNone/>
              <a:defRPr b="0">
                <a:solidFill>
                  <a:srgbClr val="000000"/>
                </a:solidFill>
                <a:latin typeface="Calibri" panose="020F0502020204030204"/>
                <a:ea typeface="SimSun" panose="02010600030101010101" pitchFamily="2" charset="-122"/>
              </a:defRPr>
            </a:lvl2pPr>
            <a:lvl3pPr marL="914400" indent="-914400" algn="l" eaLnBrk="1" fontAlgn="base" latinLnBrk="1" hangingPunct="1">
              <a:buFontTx/>
              <a:buNone/>
              <a:defRPr b="0">
                <a:solidFill>
                  <a:srgbClr val="000000"/>
                </a:solidFill>
                <a:latin typeface="Calibri" panose="020F0502020204030204"/>
                <a:ea typeface="SimSun" panose="02010600030101010101" pitchFamily="2" charset="-122"/>
              </a:defRPr>
            </a:lvl3pPr>
            <a:lvl4pPr marL="1371600" indent="-1371600" algn="l" eaLnBrk="1" fontAlgn="base" latinLnBrk="1" hangingPunct="1">
              <a:buFontTx/>
              <a:buNone/>
              <a:defRPr b="0">
                <a:solidFill>
                  <a:srgbClr val="000000"/>
                </a:solidFill>
                <a:latin typeface="Calibri" panose="020F0502020204030204"/>
                <a:ea typeface="SimSun" panose="02010600030101010101" pitchFamily="2" charset="-122"/>
              </a:defRPr>
            </a:lvl4pPr>
            <a:lvl5pPr marL="1828800" indent="-1828800" algn="l" eaLnBrk="1" fontAlgn="base" latinLnBrk="1" hangingPunct="1">
              <a:buFontTx/>
              <a:buNone/>
              <a:defRPr b="0">
                <a:solidFill>
                  <a:srgbClr val="000000"/>
                </a:solidFill>
                <a:latin typeface="Calibri" panose="020F0502020204030204"/>
                <a:ea typeface="SimSun" panose="02010600030101010101" pitchFamily="2" charset="-122"/>
              </a:defRPr>
            </a:lvl5pPr>
          </a:lstStyle>
          <a:p>
            <a:pPr marL="0" lvl="0" indent="0" algn="r" eaLnBrk="1" fontAlgn="base" latinLnBrk="1" hangingPunct="1">
              <a:lnSpc>
                <a:spcPct val="100000"/>
              </a:lnSpc>
              <a:spcBef>
                <a:spcPct val="0"/>
              </a:spcBef>
              <a:spcAft>
                <a:spcPct val="0"/>
              </a:spcAft>
              <a:buFontTx/>
              <a:buNone/>
            </a:pPr>
            <a:fld id="{566ABCEB-ACFC-4714-9973-3DA970169C29}" type="datetime1">
              <a:rPr lang="en-US" altLang="en-US" sz="1400">
                <a:solidFill>
                  <a:srgbClr val="1F497D"/>
                </a:solidFill>
              </a:rPr>
              <a:pPr marL="0" lvl="0" indent="0" algn="r" eaLnBrk="1" fontAlgn="base" latinLnBrk="1" hangingPunct="1">
                <a:lnSpc>
                  <a:spcPct val="100000"/>
                </a:lnSpc>
                <a:spcBef>
                  <a:spcPct val="0"/>
                </a:spcBef>
                <a:spcAft>
                  <a:spcPct val="0"/>
                </a:spcAft>
                <a:buFontTx/>
                <a:buNone/>
              </a:pPr>
              <a:t>12/2/2020</a:t>
            </a:fld>
            <a:endParaRPr lang="en-US" altLang="en-US" sz="1400">
              <a:solidFill>
                <a:srgbClr val="1F497D"/>
              </a:solidFill>
            </a:endParaRPr>
          </a:p>
        </p:txBody>
      </p:sp>
      <p:sp>
        <p:nvSpPr>
          <p:cNvPr id="1048628" name="Slide Number Placeholder 1048585"/>
          <p:cNvSpPr>
            <a:spLocks noGrp="1"/>
          </p:cNvSpPr>
          <p:nvPr>
            <p:ph type="sldNum" sz="quarter" idx="4"/>
          </p:nvPr>
        </p:nvSpPr>
        <p:spPr>
          <a:xfrm>
            <a:off x="146050" y="6210300"/>
            <a:ext cx="457200" cy="457200"/>
          </a:xfrm>
          <a:prstGeom prst="ellipse">
            <a:avLst/>
          </a:prstGeom>
          <a:solidFill>
            <a:srgbClr val="4F81BD"/>
          </a:solidFill>
          <a:ln>
            <a:noFill/>
          </a:ln>
        </p:spPr>
        <p:txBody>
          <a:bodyPr vert="horz" wrap="none" lIns="0" tIns="0" rIns="0" bIns="0" anchor="ctr" anchorCtr="1"/>
          <a:lstStyle>
            <a:lvl1pPr marL="0" indent="0" algn="l" eaLnBrk="1" fontAlgn="base" latinLnBrk="1" hangingPunct="1">
              <a:buFontTx/>
              <a:buNone/>
              <a:defRPr b="0">
                <a:solidFill>
                  <a:srgbClr val="000000"/>
                </a:solidFill>
                <a:latin typeface="Calibri" panose="020F0502020204030204"/>
                <a:ea typeface="SimSun" panose="02010600030101010101" pitchFamily="2" charset="-122"/>
              </a:defRPr>
            </a:lvl1pPr>
            <a:lvl2pPr marL="457200" indent="-457200" algn="l" eaLnBrk="1" fontAlgn="base" latinLnBrk="1" hangingPunct="1">
              <a:buFontTx/>
              <a:buNone/>
              <a:defRPr b="0">
                <a:solidFill>
                  <a:srgbClr val="000000"/>
                </a:solidFill>
                <a:latin typeface="Calibri" panose="020F0502020204030204"/>
                <a:ea typeface="SimSun" panose="02010600030101010101" pitchFamily="2" charset="-122"/>
              </a:defRPr>
            </a:lvl2pPr>
            <a:lvl3pPr marL="914400" indent="-914400" algn="l" eaLnBrk="1" fontAlgn="base" latinLnBrk="1" hangingPunct="1">
              <a:buFontTx/>
              <a:buNone/>
              <a:defRPr b="0">
                <a:solidFill>
                  <a:srgbClr val="000000"/>
                </a:solidFill>
                <a:latin typeface="Calibri" panose="020F0502020204030204"/>
                <a:ea typeface="SimSun" panose="02010600030101010101" pitchFamily="2" charset="-122"/>
              </a:defRPr>
            </a:lvl3pPr>
            <a:lvl4pPr marL="1371600" indent="-1371600" algn="l" eaLnBrk="1" fontAlgn="base" latinLnBrk="1" hangingPunct="1">
              <a:buFontTx/>
              <a:buNone/>
              <a:defRPr b="0">
                <a:solidFill>
                  <a:srgbClr val="000000"/>
                </a:solidFill>
                <a:latin typeface="Calibri" panose="020F0502020204030204"/>
                <a:ea typeface="SimSun" panose="02010600030101010101" pitchFamily="2" charset="-122"/>
              </a:defRPr>
            </a:lvl4pPr>
            <a:lvl5pPr marL="1828800" indent="-1828800" algn="l" eaLnBrk="1" fontAlgn="base" latinLnBrk="1" hangingPunct="1">
              <a:buFontTx/>
              <a:buNone/>
              <a:defRPr b="0">
                <a:solidFill>
                  <a:srgbClr val="000000"/>
                </a:solidFill>
                <a:latin typeface="Calibri" panose="020F0502020204030204"/>
                <a:ea typeface="SimSun" panose="02010600030101010101" pitchFamily="2" charset="-122"/>
              </a:defRPr>
            </a:lvl5pPr>
          </a:lstStyle>
          <a:p>
            <a:pPr marL="0" lvl="0" indent="0" algn="ctr" eaLnBrk="1" fontAlgn="base" latinLnBrk="1" hangingPunct="1">
              <a:lnSpc>
                <a:spcPct val="100000"/>
              </a:lnSpc>
              <a:spcBef>
                <a:spcPct val="0"/>
              </a:spcBef>
              <a:spcAft>
                <a:spcPct val="0"/>
              </a:spcAft>
              <a:buFontTx/>
              <a:buNone/>
            </a:pPr>
            <a:fld id="{566ABCEB-ACFC-4714-9973-3DA970169C29}" type="slidenum">
              <a:rPr lang="en-US" altLang="en-US" sz="1400" b="0" i="0" u="none" baseline="0">
                <a:solidFill>
                  <a:srgbClr val="FFFFFF"/>
                </a:solidFill>
                <a:latin typeface="Franklin Gothic Book" panose="020B0503020102020204" pitchFamily="34" charset="0"/>
                <a:sym typeface="Perpetua" panose="02020502060401020303" pitchFamily="18" charset="0"/>
              </a:rPr>
              <a:pPr marL="0" lvl="0" indent="0" algn="ctr" eaLnBrk="1" fontAlgn="base" latinLnBrk="1" hangingPunct="1">
                <a:lnSpc>
                  <a:spcPct val="100000"/>
                </a:lnSpc>
                <a:spcBef>
                  <a:spcPct val="0"/>
                </a:spcBef>
                <a:spcAft>
                  <a:spcPct val="0"/>
                </a:spcAft>
                <a:buFontTx/>
                <a:buNone/>
              </a:pPr>
              <a:t>‹#›</a:t>
            </a:fld>
            <a:endParaRPr lang="en-US" altLang="en-US" sz="1400" b="0" i="0" u="none" baseline="0">
              <a:solidFill>
                <a:srgbClr val="FFFFFF"/>
              </a:solidFill>
              <a:latin typeface="Franklin Gothic Book" panose="020B0503020102020204" pitchFamily="34" charset="0"/>
              <a:sym typeface="Perpetua" panose="02020502060401020303" pitchFamily="18" charset="0"/>
            </a:endParaRPr>
          </a:p>
        </p:txBody>
      </p:sp>
      <p:sp>
        <p:nvSpPr>
          <p:cNvPr id="1048629" name="Footer Placeholder 1048586"/>
          <p:cNvSpPr>
            <a:spLocks noGrp="1"/>
          </p:cNvSpPr>
          <p:nvPr>
            <p:ph type="ftr" sz="quarter" idx="3"/>
          </p:nvPr>
        </p:nvSpPr>
        <p:spPr>
          <a:xfrm>
            <a:off x="914400" y="6172200"/>
            <a:ext cx="3962400" cy="457200"/>
          </a:xfrm>
          <a:prstGeom prst="rect">
            <a:avLst/>
          </a:prstGeom>
          <a:noFill/>
          <a:ln>
            <a:noFill/>
          </a:ln>
        </p:spPr>
        <p:txBody>
          <a:bodyPr vert="horz" lIns="91440" tIns="45720" rIns="91440" bIns="45720" anchor="ctr"/>
          <a:lstStyle>
            <a:lvl1pPr marL="0" indent="0" algn="l" eaLnBrk="1" fontAlgn="base" latinLnBrk="1" hangingPunct="1">
              <a:buFontTx/>
              <a:buNone/>
              <a:defRPr b="0">
                <a:solidFill>
                  <a:srgbClr val="000000"/>
                </a:solidFill>
                <a:latin typeface="Calibri" panose="020F0502020204030204"/>
                <a:ea typeface="SimSun" panose="02010600030101010101" pitchFamily="2" charset="-122"/>
              </a:defRPr>
            </a:lvl1pPr>
            <a:lvl2pPr marL="457200" indent="-457200" algn="l" eaLnBrk="1" fontAlgn="base" latinLnBrk="1" hangingPunct="1">
              <a:buFontTx/>
              <a:buNone/>
              <a:defRPr b="0">
                <a:solidFill>
                  <a:srgbClr val="000000"/>
                </a:solidFill>
                <a:latin typeface="Calibri" panose="020F0502020204030204"/>
                <a:ea typeface="SimSun" panose="02010600030101010101" pitchFamily="2" charset="-122"/>
              </a:defRPr>
            </a:lvl2pPr>
            <a:lvl3pPr marL="914400" indent="-914400" algn="l" eaLnBrk="1" fontAlgn="base" latinLnBrk="1" hangingPunct="1">
              <a:buFontTx/>
              <a:buNone/>
              <a:defRPr b="0">
                <a:solidFill>
                  <a:srgbClr val="000000"/>
                </a:solidFill>
                <a:latin typeface="Calibri" panose="020F0502020204030204"/>
                <a:ea typeface="SimSun" panose="02010600030101010101" pitchFamily="2" charset="-122"/>
              </a:defRPr>
            </a:lvl3pPr>
            <a:lvl4pPr marL="1371600" indent="-1371600" algn="l" eaLnBrk="1" fontAlgn="base" latinLnBrk="1" hangingPunct="1">
              <a:buFontTx/>
              <a:buNone/>
              <a:defRPr b="0">
                <a:solidFill>
                  <a:srgbClr val="000000"/>
                </a:solidFill>
                <a:latin typeface="Calibri" panose="020F0502020204030204"/>
                <a:ea typeface="SimSun" panose="02010600030101010101" pitchFamily="2" charset="-122"/>
              </a:defRPr>
            </a:lvl4pPr>
            <a:lvl5pPr marL="1828800" indent="-1828800" algn="l" eaLnBrk="1" fontAlgn="base" latinLnBrk="1" hangingPunct="1">
              <a:buFontTx/>
              <a:buNone/>
              <a:defRPr b="0">
                <a:solidFill>
                  <a:srgbClr val="000000"/>
                </a:solidFill>
                <a:latin typeface="Calibri" panose="020F0502020204030204"/>
                <a:ea typeface="SimSun" panose="02010600030101010101" pitchFamily="2" charset="-122"/>
              </a:defRPr>
            </a:lvl5pPr>
          </a:lstStyle>
          <a:p>
            <a:pPr marL="0" lvl="0" indent="0" algn="l" eaLnBrk="1" fontAlgn="base" latinLnBrk="1" hangingPunct="1">
              <a:lnSpc>
                <a:spcPct val="100000"/>
              </a:lnSpc>
              <a:spcBef>
                <a:spcPct val="0"/>
              </a:spcBef>
              <a:spcAft>
                <a:spcPct val="0"/>
              </a:spcAft>
              <a:buFontTx/>
              <a:buNone/>
            </a:pPr>
            <a:r>
              <a:rPr lang="en-US" altLang="en-US" sz="1400" b="0" i="0" u="none" baseline="0">
                <a:solidFill>
                  <a:srgbClr val="1F497D"/>
                </a:solidFill>
                <a:latin typeface="Perpetua" panose="02020502060401020303" pitchFamily="18" charset="0"/>
                <a:sym typeface="Perpetua" panose="02020502060401020303" pitchFamily="18" charset="0"/>
              </a:rPr>
              <a:t>ACE- IT department                     Project Title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3"/>
        <p:cNvGrpSpPr/>
        <p:nvPr/>
      </p:nvGrpSpPr>
      <p:grpSpPr>
        <a:xfrm>
          <a:off x="0" y="0"/>
          <a:ext cx="0" cy="0"/>
          <a:chOff x="0" y="0"/>
          <a:chExt cx="0" cy="0"/>
        </a:xfrm>
      </p:grpSpPr>
      <p:sp>
        <p:nvSpPr>
          <p:cNvPr id="1048682" name="Google Shape;54;p17"/>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4000"/>
              <a:buFont typeface="Libre Franklin" panose="00000500000000000000"/>
              <a:buNone/>
              <a:defRPr sz="4000" b="0" cap="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a:endParaRPr/>
          </a:p>
        </p:txBody>
      </p:sp>
      <p:sp>
        <p:nvSpPr>
          <p:cNvPr id="1048683" name="Google Shape;55;p17"/>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Autofit/>
          </a:bodyPr>
          <a:lstStyle>
            <a:lvl1pPr marL="457200" lvl="0" indent="-228600" algn="l">
              <a:spcBef>
                <a:spcPts val="580"/>
              </a:spcBef>
              <a:spcAft>
                <a:spcPts val="0"/>
              </a:spcAft>
              <a:buSzPts val="2040"/>
              <a:buNone/>
              <a:defRPr sz="2400">
                <a:solidFill>
                  <a:srgbClr val="888888"/>
                </a:solidFill>
              </a:defRPr>
            </a:lvl1pPr>
            <a:lvl2pPr marL="914400" lvl="1" indent="-228600" algn="l">
              <a:spcBef>
                <a:spcPts val="370"/>
              </a:spcBef>
              <a:spcAft>
                <a:spcPts val="0"/>
              </a:spcAft>
              <a:buSzPts val="1530"/>
              <a:buNone/>
              <a:defRPr sz="1800">
                <a:solidFill>
                  <a:srgbClr val="888888"/>
                </a:solidFill>
              </a:defRPr>
            </a:lvl2pPr>
            <a:lvl3pPr marL="1371600" lvl="2" indent="-228600" algn="l">
              <a:spcBef>
                <a:spcPts val="370"/>
              </a:spcBef>
              <a:spcAft>
                <a:spcPts val="0"/>
              </a:spcAft>
              <a:buSzPts val="1360"/>
              <a:buNone/>
              <a:defRPr sz="1600">
                <a:solidFill>
                  <a:srgbClr val="888888"/>
                </a:solidFill>
              </a:defRPr>
            </a:lvl3pPr>
            <a:lvl4pPr marL="1828800" lvl="3" indent="-228600" algn="l">
              <a:spcBef>
                <a:spcPts val="370"/>
              </a:spcBef>
              <a:spcAft>
                <a:spcPts val="0"/>
              </a:spcAft>
              <a:buSzPts val="1120"/>
              <a:buNone/>
              <a:defRPr sz="1400">
                <a:solidFill>
                  <a:srgbClr val="888888"/>
                </a:solidFill>
              </a:defRPr>
            </a:lvl4pPr>
            <a:lvl5pPr marL="2286000" lvl="4" indent="-228600" algn="l">
              <a:spcBef>
                <a:spcPts val="370"/>
              </a:spcBef>
              <a:spcAft>
                <a:spcPts val="0"/>
              </a:spcAft>
              <a:buSzPts val="1400"/>
              <a:buFont typeface="Libre Baskerville" panose="02000000000000000000"/>
              <a:buNone/>
              <a:defRPr sz="1400">
                <a:solidFill>
                  <a:srgbClr val="888888"/>
                </a:solidFill>
              </a:defRPr>
            </a:lvl5pPr>
            <a:lvl6pPr marL="2743200" lvl="5" indent="-342900" algn="l">
              <a:spcBef>
                <a:spcPts val="370"/>
              </a:spcBef>
              <a:spcAft>
                <a:spcPts val="0"/>
              </a:spcAft>
              <a:buSzPts val="1800"/>
              <a:buChar char="•"/>
            </a:lvl6pPr>
            <a:lvl7pPr marL="3200400" lvl="6" indent="-342900" algn="l">
              <a:spcBef>
                <a:spcPts val="370"/>
              </a:spcBef>
              <a:spcAft>
                <a:spcPts val="0"/>
              </a:spcAft>
              <a:buSzPts val="1800"/>
              <a:buChar char="•"/>
            </a:lvl7pPr>
            <a:lvl8pPr marL="3657600" lvl="7" indent="-342900" algn="l">
              <a:spcBef>
                <a:spcPts val="370"/>
              </a:spcBef>
              <a:spcAft>
                <a:spcPts val="0"/>
              </a:spcAft>
              <a:buSzPts val="1800"/>
              <a:buChar char="•"/>
            </a:lvl8pPr>
            <a:lvl9pPr marL="4114800" lvl="8" indent="-342900" algn="l">
              <a:spcBef>
                <a:spcPts val="370"/>
              </a:spcBef>
              <a:spcAft>
                <a:spcPts val="0"/>
              </a:spcAft>
              <a:buSzPts val="1800"/>
              <a:buChar char="•"/>
            </a:lvl9pPr>
          </a:lstStyle>
          <a:p>
            <a:endParaRPr/>
          </a:p>
        </p:txBody>
      </p:sp>
      <p:sp>
        <p:nvSpPr>
          <p:cNvPr id="1048684" name="Google Shape;56;p1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85" name="Google Shape;57;p17"/>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400">
                <a:solidFill>
                  <a:schemeClr val="dk2"/>
                </a:solidFill>
              </a:defRPr>
            </a:lvl1pPr>
            <a:lvl2pPr lvl="1" algn="l">
              <a:lnSpc>
                <a:spcPct val="100000"/>
              </a:lnSpc>
              <a:spcBef>
                <a:spcPts val="0"/>
              </a:spcBef>
              <a:spcAft>
                <a:spcPts val="0"/>
              </a:spcAft>
              <a:buSzPts val="1400"/>
              <a:buNone/>
            </a:lvl2pPr>
            <a:lvl3pPr lvl="2" algn="l">
              <a:lnSpc>
                <a:spcPct val="100000"/>
              </a:lnSpc>
              <a:spcBef>
                <a:spcPts val="0"/>
              </a:spcBef>
              <a:spcAft>
                <a:spcPts val="0"/>
              </a:spcAft>
              <a:buSzPts val="1400"/>
              <a:buNone/>
            </a:lvl3pPr>
            <a:lvl4pPr lvl="3" algn="l">
              <a:lnSpc>
                <a:spcPct val="100000"/>
              </a:lnSpc>
              <a:spcBef>
                <a:spcPts val="0"/>
              </a:spcBef>
              <a:spcAft>
                <a:spcPts val="0"/>
              </a:spcAft>
              <a:buSzPts val="1400"/>
              <a:buNone/>
            </a:lvl4pPr>
            <a:lvl5pPr lvl="4" algn="l">
              <a:lnSpc>
                <a:spcPct val="100000"/>
              </a:lnSpc>
              <a:spcBef>
                <a:spcPts val="0"/>
              </a:spcBef>
              <a:spcAft>
                <a:spcPts val="0"/>
              </a:spcAft>
              <a:buSzPts val="1400"/>
              <a:buNone/>
            </a:lvl5pPr>
            <a:lvl6pPr lvl="5" algn="l">
              <a:lnSpc>
                <a:spcPct val="100000"/>
              </a:lnSpc>
              <a:spcBef>
                <a:spcPts val="0"/>
              </a:spcBef>
              <a:spcAft>
                <a:spcPts val="0"/>
              </a:spcAft>
              <a:buSzPts val="1400"/>
              <a:buNone/>
            </a:lvl6pPr>
            <a:lvl7pPr lvl="6" algn="l">
              <a:lnSpc>
                <a:spcPct val="100000"/>
              </a:lnSpc>
              <a:spcBef>
                <a:spcPts val="0"/>
              </a:spcBef>
              <a:spcAft>
                <a:spcPts val="0"/>
              </a:spcAft>
              <a:buSzPts val="1400"/>
              <a:buNone/>
            </a:lvl7pPr>
            <a:lvl8pPr lvl="7" algn="l">
              <a:lnSpc>
                <a:spcPct val="100000"/>
              </a:lnSpc>
              <a:spcBef>
                <a:spcPts val="0"/>
              </a:spcBef>
              <a:spcAft>
                <a:spcPts val="0"/>
              </a:spcAft>
              <a:buSzPts val="1400"/>
              <a:buNone/>
            </a:lvl8pPr>
            <a:lvl9pPr lvl="8" algn="l">
              <a:lnSpc>
                <a:spcPct val="100000"/>
              </a:lnSpc>
              <a:spcBef>
                <a:spcPts val="0"/>
              </a:spcBef>
              <a:spcAft>
                <a:spcPts val="0"/>
              </a:spcAft>
              <a:buSzPts val="1400"/>
              <a:buNone/>
            </a:lvl9pPr>
          </a:lstStyle>
          <a:p>
            <a:endParaRPr/>
          </a:p>
        </p:txBody>
      </p:sp>
      <p:sp>
        <p:nvSpPr>
          <p:cNvPr id="1048686" name="Google Shape;58;p17"/>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ctr">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
        <p:cNvGrpSpPr/>
        <p:nvPr/>
      </p:nvGrpSpPr>
      <p:grpSpPr>
        <a:xfrm>
          <a:off x="0" y="0"/>
          <a:ext cx="0" cy="0"/>
          <a:chOff x="0" y="0"/>
          <a:chExt cx="0" cy="0"/>
        </a:xfrm>
      </p:grpSpPr>
      <p:sp>
        <p:nvSpPr>
          <p:cNvPr id="1048576" name="Google Shape;10;p12"/>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577" name="Google Shape;11;p12"/>
          <p:cNvSpPr/>
          <p:nvPr/>
        </p:nvSpPr>
        <p:spPr>
          <a:xfrm>
            <a:off x="65087" y="69850"/>
            <a:ext cx="9013825" cy="6691312"/>
          </a:xfrm>
          <a:prstGeom prst="roundRect">
            <a:avLst>
              <a:gd name="adj" fmla="val 1065"/>
            </a:avLst>
          </a:prstGeom>
          <a:blipFill rotWithShape="1">
            <a:blip r:embed="rId3"/>
            <a:stretch>
              <a:fillRect/>
            </a:stretch>
          </a:blip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578" name="Google Shape;12;p12"/>
          <p:cNvSpPr txBox="1"/>
          <p:nvPr/>
        </p:nvSpPr>
        <p:spPr>
          <a:xfrm>
            <a:off x="63500" y="1449387"/>
            <a:ext cx="9020175" cy="15271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579" name="Google Shape;13;p12"/>
          <p:cNvSpPr txBox="1"/>
          <p:nvPr/>
        </p:nvSpPr>
        <p:spPr>
          <a:xfrm>
            <a:off x="63500" y="1397000"/>
            <a:ext cx="9020175" cy="120650"/>
          </a:xfrm>
          <a:prstGeom prst="rect">
            <a:avLst/>
          </a:prstGeom>
          <a:solidFill>
            <a:srgbClr val="B2C1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580" name="Google Shape;14;p12"/>
          <p:cNvSpPr txBox="1"/>
          <p:nvPr/>
        </p:nvSpPr>
        <p:spPr>
          <a:xfrm>
            <a:off x="63500" y="2976562"/>
            <a:ext cx="9020175" cy="111125"/>
          </a:xfrm>
          <a:prstGeom prst="rect">
            <a:avLst/>
          </a:prstGeom>
          <a:solidFill>
            <a:srgbClr val="4BACC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pic>
        <p:nvPicPr>
          <p:cNvPr id="2097152" name="Google Shape;15;p12"/>
          <p:cNvPicPr preferRelativeResize="0">
            <a:picLocks/>
          </p:cNvPicPr>
          <p:nvPr/>
        </p:nvPicPr>
        <p:blipFill rotWithShape="1">
          <a:blip r:embed="rId4"/>
          <a:srcRect/>
          <a:stretch>
            <a:fillRect/>
          </a:stretch>
        </p:blipFill>
        <p:spPr>
          <a:xfrm>
            <a:off x="4114800" y="228600"/>
            <a:ext cx="1104900" cy="1076325"/>
          </a:xfrm>
          <a:prstGeom prst="rect">
            <a:avLst/>
          </a:prstGeom>
          <a:noFill/>
          <a:ln>
            <a:noFill/>
          </a:ln>
        </p:spPr>
      </p:pic>
      <p:sp>
        <p:nvSpPr>
          <p:cNvPr id="1048581" name="Google Shape;16;p12"/>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Clr>
                <a:schemeClr val="dk2"/>
              </a:buClr>
              <a:buSzPts val="4000"/>
              <a:buFont typeface="Libre Franklin" panose="00000500000000000000"/>
              <a:buNone/>
              <a:defRPr sz="4000" b="0" i="0" u="none" strike="noStrike" cap="none">
                <a:solidFill>
                  <a:schemeClr val="dk2"/>
                </a:solidFill>
                <a:latin typeface="Libre Franklin" panose="00000500000000000000"/>
                <a:ea typeface="Libre Franklin" panose="00000500000000000000"/>
                <a:cs typeface="Libre Franklin" panose="00000500000000000000"/>
                <a:sym typeface="Libre Franklin"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82" name="Google Shape;17;p12"/>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L="1371600" marR="0" lvl="2" indent="-336550" algn="l" rtl="0">
              <a:spcBef>
                <a:spcPts val="370"/>
              </a:spcBef>
              <a:spcAft>
                <a:spcPts val="0"/>
              </a:spcAft>
              <a:buClr>
                <a:srgbClr val="B1C0DA"/>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L="2286000" marR="0" lvl="4" indent="-355600" algn="l" rtl="0">
              <a:spcBef>
                <a:spcPts val="370"/>
              </a:spcBef>
              <a:spcAft>
                <a:spcPts val="0"/>
              </a:spcAft>
              <a:buClr>
                <a:schemeClr val="accent3"/>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L="2743200" marR="0" lvl="5" indent="-342900" algn="l" rtl="0">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L="3200400" marR="0" lvl="6" indent="-342900" algn="l" rtl="0">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L="3657600" marR="0" lvl="7" indent="-342900" algn="l" rtl="0">
              <a:spcBef>
                <a:spcPts val="370"/>
              </a:spcBef>
              <a:spcAft>
                <a:spcPts val="0"/>
              </a:spcAft>
              <a:buClr>
                <a:srgbClr val="B1C0DA"/>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L="4114800" marR="0" lvl="8" indent="-342900" algn="l" rtl="0">
              <a:spcBef>
                <a:spcPts val="370"/>
              </a:spcBef>
              <a:spcAft>
                <a:spcPts val="0"/>
              </a:spcAft>
              <a:buClr>
                <a:srgbClr val="DCB1B0"/>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583" name="Google Shape;18;p1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400" b="0" i="0" u="none">
                <a:solidFill>
                  <a:schemeClr val="dk2"/>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584" name="Google Shape;19;p1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585" name="Google Shape;20;p12"/>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
        <p:cNvGrpSpPr/>
        <p:nvPr/>
      </p:nvGrpSpPr>
      <p:grpSpPr>
        <a:xfrm>
          <a:off x="0" y="0"/>
          <a:ext cx="0" cy="0"/>
          <a:chOff x="0" y="0"/>
          <a:chExt cx="0" cy="0"/>
        </a:xfrm>
      </p:grpSpPr>
      <p:sp>
        <p:nvSpPr>
          <p:cNvPr id="1048596" name="Google Shape;28;p14"/>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597" name="Google Shape;29;p14"/>
          <p:cNvSpPr/>
          <p:nvPr/>
        </p:nvSpPr>
        <p:spPr>
          <a:xfrm>
            <a:off x="63500" y="69850"/>
            <a:ext cx="9013825" cy="6692900"/>
          </a:xfrm>
          <a:prstGeom prst="roundRect">
            <a:avLst>
              <a:gd name="adj" fmla="val 1065"/>
            </a:avLst>
          </a:prstGeom>
          <a:solidFill>
            <a:schemeClr val="lt1"/>
          </a:solidFill>
          <a:ln w="9525" cap="sq"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pic>
        <p:nvPicPr>
          <p:cNvPr id="2097153" name="Google Shape;30;p14"/>
          <p:cNvPicPr preferRelativeResize="0">
            <a:picLocks/>
          </p:cNvPicPr>
          <p:nvPr/>
        </p:nvPicPr>
        <p:blipFill rotWithShape="1">
          <a:blip r:embed="rId4"/>
          <a:srcRect/>
          <a:stretch>
            <a:fillRect/>
          </a:stretch>
        </p:blipFill>
        <p:spPr>
          <a:xfrm>
            <a:off x="1371600" y="6248400"/>
            <a:ext cx="381000" cy="371475"/>
          </a:xfrm>
          <a:prstGeom prst="rect">
            <a:avLst/>
          </a:prstGeom>
          <a:noFill/>
          <a:ln>
            <a:noFill/>
          </a:ln>
        </p:spPr>
      </p:pic>
      <p:sp>
        <p:nvSpPr>
          <p:cNvPr id="1048598" name="Google Shape;31;p14"/>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Clr>
                <a:schemeClr val="dk2"/>
              </a:buClr>
              <a:buSzPts val="4000"/>
              <a:buFont typeface="Libre Franklin" panose="00000500000000000000"/>
              <a:buNone/>
              <a:defRPr sz="4000" b="0" i="0" u="none" strike="noStrike" cap="none">
                <a:solidFill>
                  <a:schemeClr val="dk2"/>
                </a:solidFill>
                <a:latin typeface="Libre Franklin" panose="00000500000000000000"/>
                <a:ea typeface="Libre Franklin" panose="00000500000000000000"/>
                <a:cs typeface="Libre Franklin" panose="00000500000000000000"/>
                <a:sym typeface="Libre Franklin"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599" name="Google Shape;32;p1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L="1371600" marR="0" lvl="2" indent="-336550" algn="l" rtl="0">
              <a:spcBef>
                <a:spcPts val="370"/>
              </a:spcBef>
              <a:spcAft>
                <a:spcPts val="0"/>
              </a:spcAft>
              <a:buClr>
                <a:srgbClr val="B1C0DA"/>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L="2286000" marR="0" lvl="4" indent="-355600" algn="l" rtl="0">
              <a:spcBef>
                <a:spcPts val="370"/>
              </a:spcBef>
              <a:spcAft>
                <a:spcPts val="0"/>
              </a:spcAft>
              <a:buClr>
                <a:schemeClr val="accent3"/>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L="2743200" marR="0" lvl="5" indent="-342900" algn="l" rtl="0">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L="3200400" marR="0" lvl="6" indent="-342900" algn="l" rtl="0">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L="3657600" marR="0" lvl="7" indent="-342900" algn="l" rtl="0">
              <a:spcBef>
                <a:spcPts val="370"/>
              </a:spcBef>
              <a:spcAft>
                <a:spcPts val="0"/>
              </a:spcAft>
              <a:buClr>
                <a:srgbClr val="B1C0DA"/>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L="4114800" marR="0" lvl="8" indent="-342900" algn="l" rtl="0">
              <a:spcBef>
                <a:spcPts val="370"/>
              </a:spcBef>
              <a:spcAft>
                <a:spcPts val="0"/>
              </a:spcAft>
              <a:buClr>
                <a:srgbClr val="DCB1B0"/>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00" name="Google Shape;33;p1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400" b="0" i="0" u="none">
                <a:solidFill>
                  <a:schemeClr val="dk2"/>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01" name="Google Shape;34;p14"/>
          <p:cNvSpPr txBox="1">
            <a:spLocks noGrp="1"/>
          </p:cNvSpPr>
          <p:nvPr>
            <p:ph type="ftr" idx="11"/>
          </p:nvPr>
        </p:nvSpPr>
        <p:spPr>
          <a:xfrm>
            <a:off x="1371600" y="6172200"/>
            <a:ext cx="48768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02" name="Google Shape;35;p14"/>
          <p:cNvSpPr>
            <a:spLocks noGr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2"/>
        <p:cNvGrpSpPr/>
        <p:nvPr/>
      </p:nvGrpSpPr>
      <p:grpSpPr>
        <a:xfrm>
          <a:off x="0" y="0"/>
          <a:ext cx="0" cy="0"/>
          <a:chOff x="0" y="0"/>
          <a:chExt cx="0" cy="0"/>
        </a:xfrm>
      </p:grpSpPr>
      <p:sp>
        <p:nvSpPr>
          <p:cNvPr id="1048672" name="Google Shape;43;p16"/>
          <p:cNvSpPr txBox="1"/>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73" name="Google Shape;44;p16"/>
          <p:cNvSpPr/>
          <p:nvPr/>
        </p:nvSpPr>
        <p:spPr>
          <a:xfrm>
            <a:off x="65313" y="69755"/>
            <a:ext cx="9013372" cy="6692201"/>
          </a:xfrm>
          <a:prstGeom prst="roundRect">
            <a:avLst>
              <a:gd name="adj" fmla="val 4929"/>
            </a:avLst>
          </a:prstGeom>
          <a:blipFill rotWithShape="1">
            <a:blip r:embed="rId3"/>
            <a:stretch>
              <a:fillRect/>
            </a:stretch>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Libre Baskerville" panose="02000000000000000000"/>
              <a:buNone/>
            </a:pPr>
            <a:endParaRPr sz="1800" b="0" i="0" u="none" strike="noStrike" cap="none">
              <a:solidFill>
                <a:schemeClr val="lt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74" name="Google Shape;45;p16"/>
          <p:cNvSpPr txBox="1"/>
          <p:nvPr/>
        </p:nvSpPr>
        <p:spPr>
          <a:xfrm rot="10800000" flipH="1">
            <a:off x="69850" y="2376487"/>
            <a:ext cx="901382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75" name="Google Shape;46;p16"/>
          <p:cNvSpPr txBox="1"/>
          <p:nvPr/>
        </p:nvSpPr>
        <p:spPr>
          <a:xfrm>
            <a:off x="69850" y="2341562"/>
            <a:ext cx="9013825" cy="46037"/>
          </a:xfrm>
          <a:prstGeom prst="rect">
            <a:avLst/>
          </a:prstGeom>
          <a:solidFill>
            <a:srgbClr val="B2C1DB"/>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76" name="Google Shape;47;p16"/>
          <p:cNvSpPr txBox="1"/>
          <p:nvPr/>
        </p:nvSpPr>
        <p:spPr>
          <a:xfrm>
            <a:off x="68262" y="2468562"/>
            <a:ext cx="9015412" cy="46037"/>
          </a:xfrm>
          <a:prstGeom prst="rect">
            <a:avLst/>
          </a:prstGeom>
          <a:solidFill>
            <a:srgbClr val="4BACC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77" name="Google Shape;48;p16"/>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Clr>
                <a:schemeClr val="dk2"/>
              </a:buClr>
              <a:buSzPts val="4000"/>
              <a:buFont typeface="Libre Franklin" panose="00000500000000000000"/>
              <a:buNone/>
              <a:defRPr sz="4000" b="0" i="0" u="none" strike="noStrike" cap="none">
                <a:solidFill>
                  <a:schemeClr val="dk2"/>
                </a:solidFill>
                <a:latin typeface="Libre Franklin" panose="00000500000000000000"/>
                <a:ea typeface="Libre Franklin" panose="00000500000000000000"/>
                <a:cs typeface="Libre Franklin" panose="00000500000000000000"/>
                <a:sym typeface="Libre Franklin" panose="00000500000000000000"/>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8678" name="Google Shape;49;p16"/>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L="1371600" marR="0" lvl="2" indent="-336550" algn="l" rtl="0">
              <a:spcBef>
                <a:spcPts val="370"/>
              </a:spcBef>
              <a:spcAft>
                <a:spcPts val="0"/>
              </a:spcAft>
              <a:buClr>
                <a:srgbClr val="B1C0DA"/>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L="2286000" marR="0" lvl="4" indent="-355600" algn="l" rtl="0">
              <a:spcBef>
                <a:spcPts val="370"/>
              </a:spcBef>
              <a:spcAft>
                <a:spcPts val="0"/>
              </a:spcAft>
              <a:buClr>
                <a:schemeClr val="accent3"/>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L="2743200" marR="0" lvl="5" indent="-342900" algn="l" rtl="0">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L="3200400" marR="0" lvl="6" indent="-342900" algn="l" rtl="0">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L="3657600" marR="0" lvl="7" indent="-342900" algn="l" rtl="0">
              <a:spcBef>
                <a:spcPts val="370"/>
              </a:spcBef>
              <a:spcAft>
                <a:spcPts val="0"/>
              </a:spcAft>
              <a:buClr>
                <a:srgbClr val="B1C0DA"/>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L="4114800" marR="0" lvl="8" indent="-342900" algn="l" rtl="0">
              <a:spcBef>
                <a:spcPts val="370"/>
              </a:spcBef>
              <a:spcAft>
                <a:spcPts val="0"/>
              </a:spcAft>
              <a:buClr>
                <a:srgbClr val="DCB1B0"/>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79" name="Google Shape;50;p1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SzPts val="1400"/>
              <a:buNone/>
              <a:defRPr sz="1400" b="0" i="0" u="none">
                <a:solidFill>
                  <a:schemeClr val="dk2"/>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80" name="Google Shape;51;p16"/>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400" b="0" i="0" u="none">
                <a:solidFill>
                  <a:schemeClr val="dk2"/>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lnSpc>
                <a:spcPct val="100000"/>
              </a:lnSpc>
              <a:spcBef>
                <a:spcPts val="0"/>
              </a:spcBef>
              <a:spcAft>
                <a:spcPts val="0"/>
              </a:spcAft>
              <a:buSzPts val="1400"/>
              <a:buNone/>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a:endParaRPr/>
          </a:p>
        </p:txBody>
      </p:sp>
      <p:sp>
        <p:nvSpPr>
          <p:cNvPr id="1048681" name="Google Shape;52;p16"/>
          <p:cNvSpPr>
            <a:spLocks noGrp="1"/>
          </p:cNvSpPr>
          <p:nvPr>
            <p:ph type="sldNum" idx="12"/>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1pPr>
            <a:lvl2pPr marL="0" marR="0" lvl="1"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2pPr>
            <a:lvl3pPr marL="0" marR="0" lvl="2"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3pPr>
            <a:lvl4pPr marL="0" marR="0" lvl="3"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4pPr>
            <a:lvl5pPr marL="0" marR="0" lvl="4"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5pPr>
            <a:lvl6pPr marL="0" marR="0" lvl="5"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6pPr>
            <a:lvl7pPr marL="0" marR="0" lvl="6"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7pPr>
            <a:lvl8pPr marL="0" marR="0" lvl="7"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8pPr>
            <a:lvl9pPr marL="0" marR="0" lvl="8" indent="0" algn="ctr" rtl="0">
              <a:lnSpc>
                <a:spcPct val="100000"/>
              </a:lnSpc>
              <a:spcBef>
                <a:spcPts val="0"/>
              </a:spcBef>
              <a:spcAft>
                <a:spcPts val="0"/>
              </a:spcAft>
              <a:buClr>
                <a:srgbClr val="FFFFFF"/>
              </a:buClr>
              <a:buSzPts val="1400"/>
              <a:buFont typeface="Libre Franklin" panose="00000500000000000000"/>
              <a:buNone/>
              <a:defRPr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defRPr>
            </a:lvl9pPr>
          </a:lstStyle>
          <a:p>
            <a:pPr marL="0" lvl="0" indent="0" algn="ctr" rtl="0">
              <a:spcBef>
                <a:spcPts val="0"/>
              </a:spcBef>
              <a:spcAft>
                <a:spcPts val="0"/>
              </a:spcAft>
              <a:buNone/>
            </a:pPr>
            <a:fld id="{00000000-1234-1234-1234-123412341234}" type="slidenum">
              <a:rPr lang="en-US"/>
              <a:pPr marL="0" lvl="0" indent="0" algn="ctr" rtl="0">
                <a:spcBef>
                  <a:spcPts val="0"/>
                </a:spcBef>
                <a:spcAft>
                  <a:spcPts val="0"/>
                </a:spcAft>
                <a:buNone/>
              </a:pPr>
              <a:t>‹#›</a:t>
            </a:fld>
            <a:endParaRPr>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sldLayoutIdLst>
    <p:sldLayoutId id="214748366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1048591" name="Google Shape;64;p1"/>
          <p:cNvSpPr txBox="1">
            <a:spLocks noGrp="1"/>
          </p:cNvSpPr>
          <p:nvPr>
            <p:ph type="subTitle" idx="1"/>
          </p:nvPr>
        </p:nvSpPr>
        <p:spPr>
          <a:xfrm>
            <a:off x="762000" y="3062377"/>
            <a:ext cx="7772400" cy="3124200"/>
          </a:xfrm>
          <a:prstGeom prst="rect">
            <a:avLst/>
          </a:prstGeom>
          <a:noFill/>
          <a:ln>
            <a:noFill/>
          </a:ln>
        </p:spPr>
        <p:txBody>
          <a:bodyPr spcFirstLastPara="1" wrap="square" lIns="91425" tIns="45700" rIns="91425" bIns="45700" anchor="t" anchorCtr="0">
            <a:noAutofit/>
          </a:bodyPr>
          <a:lstStyle/>
          <a:p>
            <a:pPr marL="0" lvl="0" indent="0">
              <a:lnSpc>
                <a:spcPct val="90000"/>
              </a:lnSpc>
            </a:pPr>
            <a:r>
              <a:rPr lang="en-US" altLang="en-US" sz="1800" dirty="0">
                <a:solidFill>
                  <a:srgbClr val="1F497D"/>
                </a:solidFill>
                <a:latin typeface="Calibri" panose="020F0502020204030204" pitchFamily="34" charset="0"/>
                <a:cs typeface="Calibri" panose="020F0502020204030204" pitchFamily="34" charset="0"/>
              </a:rPr>
              <a:t>Rushikesh Kedari-35</a:t>
            </a:r>
          </a:p>
          <a:p>
            <a:pPr marL="0" lvl="0" indent="0">
              <a:lnSpc>
                <a:spcPct val="90000"/>
              </a:lnSpc>
            </a:pPr>
            <a:r>
              <a:rPr lang="en-US" altLang="zh-CN" sz="1800" dirty="0">
                <a:solidFill>
                  <a:srgbClr val="1F497D"/>
                </a:solidFill>
                <a:latin typeface="Calibri" panose="020F0502020204030204" pitchFamily="34" charset="0"/>
                <a:cs typeface="Calibri" panose="020F0502020204030204" pitchFamily="34" charset="0"/>
              </a:rPr>
              <a:t>Prayas </a:t>
            </a:r>
            <a:r>
              <a:rPr lang="en-US" altLang="zh-CN" sz="1800" dirty="0" smtClean="0">
                <a:solidFill>
                  <a:srgbClr val="1F497D"/>
                </a:solidFill>
                <a:latin typeface="Calibri" panose="020F0502020204030204" pitchFamily="34" charset="0"/>
                <a:cs typeface="Calibri" panose="020F0502020204030204" pitchFamily="34" charset="0"/>
              </a:rPr>
              <a:t>More-48</a:t>
            </a:r>
            <a:endParaRPr lang="en-US" altLang="zh-CN" sz="1800" dirty="0">
              <a:solidFill>
                <a:srgbClr val="1F497D"/>
              </a:solidFill>
              <a:latin typeface="Calibri" panose="020F0502020204030204" pitchFamily="34" charset="0"/>
              <a:cs typeface="Calibri" panose="020F0502020204030204" pitchFamily="34" charset="0"/>
            </a:endParaRPr>
          </a:p>
          <a:p>
            <a:pPr marL="0" lvl="0" indent="0">
              <a:lnSpc>
                <a:spcPct val="90000"/>
              </a:lnSpc>
            </a:pPr>
            <a:r>
              <a:rPr lang="en-US" altLang="zh-CN" sz="1800" dirty="0">
                <a:solidFill>
                  <a:srgbClr val="1F497D"/>
                </a:solidFill>
                <a:latin typeface="Calibri" panose="020F0502020204030204" pitchFamily="34" charset="0"/>
                <a:cs typeface="Calibri" panose="020F0502020204030204" pitchFamily="34" charset="0"/>
              </a:rPr>
              <a:t>Abhishek </a:t>
            </a:r>
            <a:r>
              <a:rPr lang="en-US" altLang="zh-CN" sz="1800" dirty="0" smtClean="0">
                <a:solidFill>
                  <a:srgbClr val="1F497D"/>
                </a:solidFill>
                <a:latin typeface="Calibri" panose="020F0502020204030204" pitchFamily="34" charset="0"/>
                <a:cs typeface="Calibri" panose="020F0502020204030204" pitchFamily="34" charset="0"/>
              </a:rPr>
              <a:t>Kshatriya-42</a:t>
            </a:r>
            <a:endParaRPr lang="zh-CN" altLang="en-US" sz="1800" dirty="0">
              <a:latin typeface="Calibri" panose="020F0502020204030204" pitchFamily="34" charset="0"/>
              <a:cs typeface="Calibri" panose="020F0502020204030204" pitchFamily="34" charset="0"/>
            </a:endParaRPr>
          </a:p>
          <a:p>
            <a:pPr marL="0" lvl="0" indent="0" algn="ctr" rtl="0">
              <a:lnSpc>
                <a:spcPct val="90000"/>
              </a:lnSpc>
              <a:spcBef>
                <a:spcPts val="500"/>
              </a:spcBef>
              <a:spcAft>
                <a:spcPts val="0"/>
              </a:spcAft>
              <a:buSzPts val="2210"/>
              <a:buNone/>
            </a:pPr>
            <a:r>
              <a:rPr lang="en-US" sz="1800" b="0" i="0" u="none" dirty="0">
                <a:solidFill>
                  <a:schemeClr val="dk2"/>
                </a:solidFill>
                <a:latin typeface="Calibri" panose="020F0502020204030204" pitchFamily="34" charset="0"/>
                <a:cs typeface="Calibri" panose="020F0502020204030204" pitchFamily="34" charset="0"/>
                <a:sym typeface="Libre Baskerville" panose="02000000000000000000"/>
              </a:rPr>
              <a:t>Date of presentation: </a:t>
            </a:r>
            <a:r>
              <a:rPr lang="en-US" sz="1800" dirty="0" smtClean="0">
                <a:latin typeface="Calibri" panose="020F0502020204030204" pitchFamily="34" charset="0"/>
                <a:cs typeface="Calibri" panose="020F0502020204030204" pitchFamily="34" charset="0"/>
              </a:rPr>
              <a:t>22</a:t>
            </a:r>
            <a:r>
              <a:rPr lang="en-US" sz="1800" b="0" i="0" u="none" dirty="0" smtClean="0">
                <a:solidFill>
                  <a:schemeClr val="dk2"/>
                </a:solidFill>
                <a:latin typeface="Calibri" panose="020F0502020204030204" pitchFamily="34" charset="0"/>
                <a:cs typeface="Calibri" panose="020F0502020204030204" pitchFamily="34" charset="0"/>
                <a:sym typeface="Libre Baskerville" panose="02000000000000000000"/>
              </a:rPr>
              <a:t>/06/2020</a:t>
            </a:r>
            <a:endParaRPr lang="en-GB" sz="1800" dirty="0">
              <a:latin typeface="Calibri" panose="020F0502020204030204" pitchFamily="34" charset="0"/>
              <a:cs typeface="Calibri" panose="020F0502020204030204" pitchFamily="34" charset="0"/>
            </a:endParaRPr>
          </a:p>
          <a:p>
            <a:pPr marL="0" lvl="0" indent="0" algn="ctr" rtl="0">
              <a:lnSpc>
                <a:spcPct val="90000"/>
              </a:lnSpc>
              <a:spcBef>
                <a:spcPts val="500"/>
              </a:spcBef>
              <a:spcAft>
                <a:spcPts val="0"/>
              </a:spcAft>
              <a:buSzPts val="2210"/>
              <a:buNone/>
            </a:pPr>
            <a:r>
              <a:rPr lang="en-GB" sz="1800" dirty="0">
                <a:latin typeface="Calibri" panose="020F0502020204030204" pitchFamily="34" charset="0"/>
                <a:cs typeface="Calibri" panose="020F0502020204030204" pitchFamily="34" charset="0"/>
              </a:rPr>
              <a:t>Under Guidance</a:t>
            </a:r>
          </a:p>
          <a:p>
            <a:pPr marL="0" lvl="0" indent="0" algn="ctr" rtl="0">
              <a:lnSpc>
                <a:spcPct val="90000"/>
              </a:lnSpc>
              <a:spcBef>
                <a:spcPts val="500"/>
              </a:spcBef>
              <a:spcAft>
                <a:spcPts val="0"/>
              </a:spcAft>
              <a:buSzPts val="2210"/>
              <a:buNone/>
            </a:pPr>
            <a:r>
              <a:rPr lang="en-GB" sz="1800" dirty="0" smtClean="0">
                <a:latin typeface="Calibri" panose="020F0502020204030204" pitchFamily="34" charset="0"/>
                <a:cs typeface="Calibri" panose="020F0502020204030204" pitchFamily="34" charset="0"/>
              </a:rPr>
              <a:t>Prof Pankaj Kunekar</a:t>
            </a:r>
            <a:endParaRPr lang="en-GB" sz="1800" dirty="0">
              <a:latin typeface="Calibri" panose="020F0502020204030204" pitchFamily="34" charset="0"/>
              <a:cs typeface="Calibri" panose="020F0502020204030204" pitchFamily="34" charset="0"/>
            </a:endParaRPr>
          </a:p>
          <a:p>
            <a:pPr marL="0" lvl="0" indent="0" algn="ctr" rtl="0">
              <a:lnSpc>
                <a:spcPct val="90000"/>
              </a:lnSpc>
              <a:spcBef>
                <a:spcPts val="500"/>
              </a:spcBef>
              <a:spcAft>
                <a:spcPts val="0"/>
              </a:spcAft>
              <a:buSzPts val="2210"/>
              <a:buNone/>
            </a:pPr>
            <a:r>
              <a:rPr lang="en-GB" sz="1800" b="0" i="0" u="none" dirty="0" smtClean="0">
                <a:solidFill>
                  <a:schemeClr val="dk2"/>
                </a:solidFill>
                <a:latin typeface="Calibri" panose="020F0502020204030204" pitchFamily="34" charset="0"/>
                <a:cs typeface="Calibri" panose="020F0502020204030204" pitchFamily="34" charset="0"/>
                <a:sym typeface="Libre Baskerville" panose="02000000000000000000"/>
              </a:rPr>
              <a:t>Prof Priti Mishra</a:t>
            </a:r>
            <a:endParaRPr sz="1800" b="0" i="0" u="none" dirty="0">
              <a:solidFill>
                <a:schemeClr val="dk2"/>
              </a:solidFill>
              <a:latin typeface="Calibri" panose="020F0502020204030204" pitchFamily="34" charset="0"/>
              <a:cs typeface="Calibri" panose="020F0502020204030204" pitchFamily="34" charset="0"/>
              <a:sym typeface="Libre Baskerville" panose="02000000000000000000"/>
            </a:endParaRPr>
          </a:p>
          <a:p>
            <a:pPr marL="0" lvl="0" indent="0" algn="ctr" rtl="0">
              <a:lnSpc>
                <a:spcPct val="90000"/>
              </a:lnSpc>
              <a:spcBef>
                <a:spcPts val="500"/>
              </a:spcBef>
              <a:spcAft>
                <a:spcPts val="0"/>
              </a:spcAft>
              <a:buSzPts val="2210"/>
              <a:buNone/>
            </a:pPr>
            <a:r>
              <a:rPr lang="en-US" sz="1800" b="0" i="0" u="none" dirty="0">
                <a:solidFill>
                  <a:schemeClr val="dk2"/>
                </a:solidFill>
                <a:latin typeface="Calibri" panose="020F0502020204030204" pitchFamily="34" charset="0"/>
                <a:cs typeface="Calibri" panose="020F0502020204030204" pitchFamily="34" charset="0"/>
                <a:sym typeface="Libre Baskerville" panose="02000000000000000000"/>
              </a:rPr>
              <a:t>Atharva  College of Engineering</a:t>
            </a:r>
            <a:endParaRPr sz="1800" dirty="0">
              <a:latin typeface="Calibri" panose="020F0502020204030204" pitchFamily="34" charset="0"/>
              <a:cs typeface="Calibri" panose="020F0502020204030204" pitchFamily="34" charset="0"/>
            </a:endParaRPr>
          </a:p>
          <a:p>
            <a:pPr marL="0" lvl="0" indent="0" algn="ctr" rtl="0">
              <a:lnSpc>
                <a:spcPct val="90000"/>
              </a:lnSpc>
              <a:spcBef>
                <a:spcPts val="500"/>
              </a:spcBef>
              <a:spcAft>
                <a:spcPts val="0"/>
              </a:spcAft>
              <a:buSzPts val="2210"/>
              <a:buNone/>
            </a:pPr>
            <a:r>
              <a:rPr lang="en-US" sz="1800" b="0" i="1" u="none" dirty="0">
                <a:solidFill>
                  <a:schemeClr val="dk2"/>
                </a:solidFill>
                <a:latin typeface="Calibri" panose="020F0502020204030204" pitchFamily="34" charset="0"/>
                <a:cs typeface="Calibri" panose="020F0502020204030204" pitchFamily="34" charset="0"/>
                <a:sym typeface="Libre Baskerville" panose="02000000000000000000"/>
              </a:rPr>
              <a:t>Department of Information Technology</a:t>
            </a:r>
            <a:endParaRPr sz="1800" b="0" i="0" u="none" dirty="0">
              <a:solidFill>
                <a:schemeClr val="dk2"/>
              </a:solidFill>
              <a:latin typeface="Calibri" panose="020F0502020204030204" pitchFamily="34" charset="0"/>
              <a:cs typeface="Calibri" panose="020F0502020204030204" pitchFamily="34" charset="0"/>
              <a:sym typeface="Libre Baskerville" panose="02000000000000000000"/>
            </a:endParaRPr>
          </a:p>
          <a:p>
            <a:pPr marL="0" lvl="0" indent="0" algn="ctr" rtl="0">
              <a:spcBef>
                <a:spcPts val="580"/>
              </a:spcBef>
              <a:spcAft>
                <a:spcPts val="0"/>
              </a:spcAft>
              <a:buSzPts val="2210"/>
              <a:buNone/>
            </a:pPr>
            <a:endParaRPr sz="1800" b="0" i="0" u="none" dirty="0">
              <a:solidFill>
                <a:schemeClr val="dk2"/>
              </a:solidFill>
              <a:latin typeface="Calibri" panose="020F0502020204030204" pitchFamily="34" charset="0"/>
              <a:cs typeface="Calibri" panose="020F0502020204030204" pitchFamily="34" charset="0"/>
              <a:sym typeface="Libre Baskerville" panose="02000000000000000000"/>
            </a:endParaRPr>
          </a:p>
        </p:txBody>
      </p:sp>
      <p:sp>
        <p:nvSpPr>
          <p:cNvPr id="1048592" name="Google Shape;65;p1"/>
          <p:cNvSpPr txBox="1">
            <a:spLocks noGrp="1"/>
          </p:cNvSpPr>
          <p:nvPr>
            <p:ph type="ctrTitle"/>
          </p:nvPr>
        </p:nvSpPr>
        <p:spPr>
          <a:xfrm>
            <a:off x="370936" y="1600200"/>
            <a:ext cx="8574656" cy="1358660"/>
          </a:xfrm>
          <a:prstGeom prst="rect">
            <a:avLst/>
          </a:prstGeom>
          <a:noFill/>
          <a:ln>
            <a:noFill/>
          </a:ln>
        </p:spPr>
        <p:txBody>
          <a:bodyPr spcFirstLastPara="1" wrap="square" lIns="91425" tIns="45700" rIns="91425" bIns="91425" anchor="ctr" anchorCtr="0">
            <a:noAutofit/>
          </a:bodyPr>
          <a:lstStyle/>
          <a:p>
            <a:pPr lvl="0"/>
            <a:r>
              <a:rPr lang="en-US" dirty="0" smtClean="0"/>
              <a:t>Emotion detection by tweets and emoticons using machine learning</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1048608" name="Google Shape;71;p2"/>
          <p:cNvSpPr txBox="1">
            <a:spLocks noGrp="1"/>
          </p:cNvSpPr>
          <p:nvPr>
            <p:ph type="title"/>
          </p:nvPr>
        </p:nvSpPr>
        <p:spPr>
          <a:xfrm>
            <a:off x="485775" y="517537"/>
            <a:ext cx="7772400" cy="7923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Libre Franklin" panose="00000500000000000000"/>
              <a:buNone/>
            </a:pPr>
            <a:r>
              <a:rPr lang="en-US" sz="4000" b="0" i="0" u="none" dirty="0">
                <a:solidFill>
                  <a:schemeClr val="dk2"/>
                </a:solidFill>
                <a:latin typeface="Libre Franklin" panose="00000500000000000000"/>
                <a:ea typeface="Libre Franklin" panose="00000500000000000000"/>
                <a:cs typeface="Libre Franklin" panose="00000500000000000000"/>
                <a:sym typeface="Libre Franklin" panose="00000500000000000000"/>
              </a:rPr>
              <a:t>Content</a:t>
            </a:r>
          </a:p>
        </p:txBody>
      </p:sp>
      <p:sp>
        <p:nvSpPr>
          <p:cNvPr id="1048609" name="Google Shape;72;p2"/>
          <p:cNvSpPr txBox="1"/>
          <p:nvPr/>
        </p:nvSpPr>
        <p:spPr>
          <a:xfrm>
            <a:off x="1820174" y="6210300"/>
            <a:ext cx="6694098"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1400"/>
              <a:buFont typeface="Libre Baskerville" panose="02000000000000000000"/>
              <a:buNone/>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a:t>
            </a: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10" name="Google Shape;73;p2"/>
          <p:cNvSpPr/>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panose="00000500000000000000"/>
              <a:buNone/>
            </a:pPr>
            <a:fld id="{00000000-1234-1234-1234-123412341234}" type="slidenum">
              <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rPr>
              <a:pPr marL="0" marR="0" lvl="0" indent="0" algn="ctr" rtl="0">
                <a:lnSpc>
                  <a:spcPct val="100000"/>
                </a:lnSpc>
                <a:spcBef>
                  <a:spcPts val="0"/>
                </a:spcBef>
                <a:spcAft>
                  <a:spcPts val="0"/>
                </a:spcAft>
                <a:buClr>
                  <a:srgbClr val="FFFFFF"/>
                </a:buClr>
                <a:buSzPts val="1400"/>
                <a:buFont typeface="Libre Franklin" panose="00000500000000000000"/>
                <a:buNone/>
              </a:pPr>
              <a:t>2</a:t>
            </a:fld>
            <a:endPar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endParaRPr>
          </a:p>
        </p:txBody>
      </p:sp>
      <p:sp>
        <p:nvSpPr>
          <p:cNvPr id="1048611" name="Google Shape;74;p2"/>
          <p:cNvSpPr txBox="1">
            <a:spLocks noGrp="1"/>
          </p:cNvSpPr>
          <p:nvPr>
            <p:ph type="body" idx="1"/>
          </p:nvPr>
        </p:nvSpPr>
        <p:spPr>
          <a:xfrm>
            <a:off x="314775" y="1454225"/>
            <a:ext cx="4757700" cy="4320900"/>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t" anchorCtr="0">
            <a:noAutofit/>
          </a:bodyPr>
          <a:lstStyle/>
          <a:p>
            <a:pPr marL="730250" marR="0" lvl="0" indent="-273050" algn="l" rtl="0">
              <a:lnSpc>
                <a:spcPct val="100000"/>
              </a:lnSpc>
              <a:spcBef>
                <a:spcPts val="0"/>
              </a:spcBef>
              <a:spcAft>
                <a:spcPts val="0"/>
              </a:spcAft>
              <a:buClr>
                <a:schemeClr val="accent1"/>
              </a:buClr>
              <a:buSzPts val="2210"/>
              <a:buFont typeface="Noto Sans Symbols"/>
              <a:buChar char="⚫"/>
            </a:pPr>
            <a:endParaRPr lang="en-US" sz="2600" b="0" i="0" u="none" strike="noStrike" cap="none" dirty="0" smtClean="0">
              <a:solidFill>
                <a:schemeClr val="dk1"/>
              </a:solidFill>
              <a:latin typeface="Calibri" panose="020F0502020204030204" pitchFamily="34" charset="0"/>
              <a:cs typeface="Calibri" panose="020F0502020204030204" pitchFamily="34" charset="0"/>
              <a:sym typeface="Libre Baskerville" panose="02000000000000000000"/>
            </a:endParaRPr>
          </a:p>
          <a:p>
            <a:pPr marL="730250" marR="0" lvl="0" indent="-273050" algn="l" rtl="0">
              <a:lnSpc>
                <a:spcPct val="100000"/>
              </a:lnSpc>
              <a:spcBef>
                <a:spcPts val="0"/>
              </a:spcBef>
              <a:spcAft>
                <a:spcPts val="0"/>
              </a:spcAft>
              <a:buClr>
                <a:schemeClr val="accent1"/>
              </a:buClr>
              <a:buSzPts val="2210"/>
              <a:buFont typeface="Noto Sans Symbols"/>
              <a:buChar char="⚫"/>
            </a:pPr>
            <a:r>
              <a:rPr lang="en-US" sz="2600" b="0" i="0" u="none" strike="noStrike" cap="none" dirty="0" smtClean="0">
                <a:solidFill>
                  <a:schemeClr val="dk1"/>
                </a:solidFill>
                <a:latin typeface="Calibri" panose="020F0502020204030204" pitchFamily="34" charset="0"/>
                <a:cs typeface="Calibri" panose="020F0502020204030204" pitchFamily="34" charset="0"/>
                <a:sym typeface="Libre Baskerville" panose="02000000000000000000"/>
              </a:rPr>
              <a:t>Introduction </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sz="2600" b="0" i="0" u="none" strike="noStrike" cap="none" dirty="0">
                <a:solidFill>
                  <a:schemeClr val="dk1"/>
                </a:solidFill>
                <a:latin typeface="Calibri" panose="020F0502020204030204" pitchFamily="34" charset="0"/>
                <a:cs typeface="Calibri" panose="020F0502020204030204" pitchFamily="34" charset="0"/>
                <a:sym typeface="Libre Baskerville" panose="02000000000000000000"/>
              </a:rPr>
              <a:t>Review of literature</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dirty="0">
                <a:latin typeface="Calibri" panose="020F0502020204030204" pitchFamily="34" charset="0"/>
                <a:cs typeface="Calibri" panose="020F0502020204030204" pitchFamily="34" charset="0"/>
              </a:rPr>
              <a:t>Problem definition</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dirty="0">
                <a:latin typeface="Calibri" panose="020F0502020204030204" pitchFamily="34" charset="0"/>
                <a:cs typeface="Calibri" panose="020F0502020204030204" pitchFamily="34" charset="0"/>
              </a:rPr>
              <a:t>Requirement Analysis</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dirty="0">
                <a:latin typeface="Calibri" panose="020F0502020204030204" pitchFamily="34" charset="0"/>
                <a:cs typeface="Calibri" panose="020F0502020204030204" pitchFamily="34" charset="0"/>
              </a:rPr>
              <a:t>Discussion on Present Investigation</a:t>
            </a:r>
            <a:endParaRPr dirty="0">
              <a:latin typeface="Calibri" panose="020F0502020204030204" pitchFamily="34" charset="0"/>
              <a:cs typeface="Calibri" panose="020F0502020204030204" pitchFamily="34" charset="0"/>
            </a:endParaRPr>
          </a:p>
          <a:p>
            <a:pPr marL="1005840" marR="0" lvl="1" indent="-228600" algn="l" rtl="0">
              <a:lnSpc>
                <a:spcPct val="100000"/>
              </a:lnSpc>
              <a:spcBef>
                <a:spcPts val="500"/>
              </a:spcBef>
              <a:spcAft>
                <a:spcPts val="0"/>
              </a:spcAft>
              <a:buSzPts val="1530"/>
              <a:buChar char="⚫"/>
            </a:pPr>
            <a:r>
              <a:rPr lang="en-US" dirty="0">
                <a:latin typeface="Calibri" panose="020F0502020204030204" pitchFamily="34" charset="0"/>
                <a:cs typeface="Calibri" panose="020F0502020204030204" pitchFamily="34" charset="0"/>
              </a:rPr>
              <a:t>Block diagram of System </a:t>
            </a:r>
            <a:endParaRPr dirty="0">
              <a:latin typeface="Calibri" panose="020F0502020204030204" pitchFamily="34" charset="0"/>
              <a:cs typeface="Calibri" panose="020F0502020204030204" pitchFamily="34" charset="0"/>
            </a:endParaRPr>
          </a:p>
          <a:p>
            <a:pPr marL="1005840" marR="0" lvl="1" indent="-228600" algn="l" rtl="0">
              <a:lnSpc>
                <a:spcPct val="100000"/>
              </a:lnSpc>
              <a:spcBef>
                <a:spcPts val="500"/>
              </a:spcBef>
              <a:spcAft>
                <a:spcPts val="0"/>
              </a:spcAft>
              <a:buSzPts val="1530"/>
              <a:buChar char="⚫"/>
            </a:pPr>
            <a:r>
              <a:rPr lang="en-US" dirty="0">
                <a:latin typeface="Calibri" panose="020F0502020204030204" pitchFamily="34" charset="0"/>
                <a:cs typeface="Calibri" panose="020F0502020204030204" pitchFamily="34" charset="0"/>
              </a:rPr>
              <a:t>Algorithm/Flowchart </a:t>
            </a:r>
            <a:endParaRPr dirty="0">
              <a:latin typeface="Calibri" panose="020F0502020204030204" pitchFamily="34" charset="0"/>
              <a:cs typeface="Calibri" panose="020F0502020204030204" pitchFamily="34" charset="0"/>
            </a:endParaRPr>
          </a:p>
          <a:p>
            <a:pPr marL="274320" marR="0" lvl="0" indent="0" algn="l" rtl="0">
              <a:lnSpc>
                <a:spcPct val="100000"/>
              </a:lnSpc>
              <a:spcBef>
                <a:spcPts val="500"/>
              </a:spcBef>
              <a:spcAft>
                <a:spcPts val="0"/>
              </a:spcAft>
              <a:buNone/>
            </a:pPr>
            <a:endParaRPr dirty="0">
              <a:latin typeface="Calibri" panose="020F0502020204030204" pitchFamily="34" charset="0"/>
              <a:cs typeface="Calibri" panose="020F0502020204030204" pitchFamily="34" charset="0"/>
            </a:endParaRPr>
          </a:p>
        </p:txBody>
      </p:sp>
      <p:sp>
        <p:nvSpPr>
          <p:cNvPr id="1048612" name="Google Shape;75;p2"/>
          <p:cNvSpPr txBox="1">
            <a:spLocks noGrp="1"/>
          </p:cNvSpPr>
          <p:nvPr>
            <p:ph type="body" idx="1"/>
          </p:nvPr>
        </p:nvSpPr>
        <p:spPr>
          <a:xfrm>
            <a:off x="5072525" y="1454225"/>
            <a:ext cx="3700500" cy="4320900"/>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t" anchorCtr="0">
            <a:noAutofit/>
          </a:bodyPr>
          <a:lstStyle/>
          <a:p>
            <a:pPr marL="730250" marR="0" lvl="0" indent="-273050" algn="l" rtl="0">
              <a:lnSpc>
                <a:spcPct val="100000"/>
              </a:lnSpc>
              <a:spcBef>
                <a:spcPts val="500"/>
              </a:spcBef>
              <a:spcAft>
                <a:spcPts val="0"/>
              </a:spcAft>
              <a:buClr>
                <a:schemeClr val="accent1"/>
              </a:buClr>
              <a:buSzPts val="2210"/>
              <a:buFont typeface="Noto Sans Symbols"/>
              <a:buChar char="⚫"/>
            </a:pPr>
            <a:endParaRPr lang="en-US" dirty="0" smtClean="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dirty="0" smtClean="0">
                <a:latin typeface="Calibri" panose="020F0502020204030204" pitchFamily="34" charset="0"/>
                <a:cs typeface="Calibri" panose="020F0502020204030204" pitchFamily="34" charset="0"/>
              </a:rPr>
              <a:t>Results </a:t>
            </a:r>
            <a:r>
              <a:rPr lang="en-US" dirty="0">
                <a:latin typeface="Calibri" panose="020F0502020204030204" pitchFamily="34" charset="0"/>
                <a:cs typeface="Calibri" panose="020F0502020204030204" pitchFamily="34" charset="0"/>
              </a:rPr>
              <a:t>and Discussion</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sz="2600" b="0" i="0" u="none" strike="noStrike" cap="none" dirty="0">
                <a:solidFill>
                  <a:schemeClr val="dk1"/>
                </a:solidFill>
                <a:latin typeface="Calibri" panose="020F0502020204030204" pitchFamily="34" charset="0"/>
                <a:cs typeface="Calibri" panose="020F0502020204030204" pitchFamily="34" charset="0"/>
                <a:sym typeface="Libre Baskerville" panose="02000000000000000000"/>
              </a:rPr>
              <a:t>Conclusions </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sz="2600" b="0" i="0" u="none" strike="noStrike" cap="none" dirty="0">
                <a:solidFill>
                  <a:schemeClr val="dk1"/>
                </a:solidFill>
                <a:latin typeface="Calibri" panose="020F0502020204030204" pitchFamily="34" charset="0"/>
                <a:cs typeface="Calibri" panose="020F0502020204030204" pitchFamily="34" charset="0"/>
                <a:sym typeface="Libre Baskerville" panose="02000000000000000000"/>
              </a:rPr>
              <a:t>References</a:t>
            </a:r>
            <a:endParaRPr dirty="0">
              <a:latin typeface="Calibri" panose="020F0502020204030204" pitchFamily="34" charset="0"/>
              <a:cs typeface="Calibri" panose="020F0502020204030204" pitchFamily="34" charset="0"/>
            </a:endParaRPr>
          </a:p>
          <a:p>
            <a:pPr marL="730250" marR="0" lvl="0" indent="-273050" algn="l" rtl="0">
              <a:lnSpc>
                <a:spcPct val="100000"/>
              </a:lnSpc>
              <a:spcBef>
                <a:spcPts val="500"/>
              </a:spcBef>
              <a:spcAft>
                <a:spcPts val="0"/>
              </a:spcAft>
              <a:buClr>
                <a:schemeClr val="accent1"/>
              </a:buClr>
              <a:buSzPts val="2210"/>
              <a:buFont typeface="Noto Sans Symbols"/>
              <a:buChar char="⚫"/>
            </a:pPr>
            <a:r>
              <a:rPr lang="en-US" sz="2600" b="0" i="0" u="none" strike="noStrike" cap="none" dirty="0">
                <a:solidFill>
                  <a:schemeClr val="dk1"/>
                </a:solidFill>
                <a:latin typeface="Calibri" panose="020F0502020204030204" pitchFamily="34" charset="0"/>
                <a:cs typeface="Calibri" panose="020F0502020204030204" pitchFamily="34" charset="0"/>
                <a:sym typeface="Libre Baskerville" panose="02000000000000000000"/>
              </a:rPr>
              <a:t>Future Scope</a:t>
            </a:r>
            <a:endParaRPr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1048616" name="Google Shape;80;p3"/>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Libre Franklin" panose="00000500000000000000"/>
              <a:buNone/>
            </a:pPr>
            <a:r>
              <a:rPr lang="en-US" sz="4000" b="0" i="0" u="none" dirty="0">
                <a:solidFill>
                  <a:schemeClr val="dk2"/>
                </a:solidFill>
                <a:latin typeface="Libre Franklin" panose="00000500000000000000"/>
                <a:ea typeface="Libre Franklin" panose="00000500000000000000"/>
                <a:cs typeface="Libre Franklin" panose="00000500000000000000"/>
                <a:sym typeface="Libre Franklin" panose="00000500000000000000"/>
              </a:rPr>
              <a:t>Introduction </a:t>
            </a:r>
            <a:endParaRPr dirty="0"/>
          </a:p>
        </p:txBody>
      </p:sp>
      <p:sp>
        <p:nvSpPr>
          <p:cNvPr id="1048617" name="Google Shape;81;p3"/>
          <p:cNvSpPr txBox="1"/>
          <p:nvPr/>
        </p:nvSpPr>
        <p:spPr>
          <a:xfrm>
            <a:off x="914400" y="6172200"/>
            <a:ext cx="8229600"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ACE- IT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department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18" name="Google Shape;82;p3"/>
          <p:cNvSpPr/>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panose="00000500000000000000"/>
              <a:buNone/>
            </a:pPr>
            <a:fld id="{00000000-1234-1234-1234-123412341234}" type="slidenum">
              <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rPr>
              <a:pPr marL="0" marR="0" lvl="0" indent="0" algn="ctr" rtl="0">
                <a:lnSpc>
                  <a:spcPct val="100000"/>
                </a:lnSpc>
                <a:spcBef>
                  <a:spcPts val="0"/>
                </a:spcBef>
                <a:spcAft>
                  <a:spcPts val="0"/>
                </a:spcAft>
                <a:buClr>
                  <a:srgbClr val="FFFFFF"/>
                </a:buClr>
                <a:buSzPts val="1400"/>
                <a:buFont typeface="Libre Franklin" panose="00000500000000000000"/>
                <a:buNone/>
              </a:pPr>
              <a:t>3</a:t>
            </a:fld>
            <a:endPar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endParaRPr>
          </a:p>
        </p:txBody>
      </p:sp>
      <p:sp>
        <p:nvSpPr>
          <p:cNvPr id="1048619" name="Google Shape;83;p3"/>
          <p:cNvSpPr txBox="1">
            <a:spLocks noGrp="1"/>
          </p:cNvSpPr>
          <p:nvPr>
            <p:ph type="body" idx="1"/>
          </p:nvPr>
        </p:nvSpPr>
        <p:spPr>
          <a:xfrm>
            <a:off x="533400" y="1417637"/>
            <a:ext cx="7772400" cy="4572000"/>
          </a:xfrm>
          <a:prstGeom prst="rect">
            <a:avLst/>
          </a:prstGeom>
          <a:noFill/>
          <a:ln>
            <a:noFill/>
          </a:ln>
        </p:spPr>
        <p:txBody>
          <a:bodyPr spcFirstLastPara="1" wrap="square" lIns="91425" tIns="45700" rIns="91425" bIns="45700" anchor="t" anchorCtr="0">
            <a:noAutofit/>
          </a:bodyPr>
          <a:lstStyle/>
          <a:p>
            <a:pPr marL="597535" indent="-457200">
              <a:spcBef>
                <a:spcPts val="0"/>
              </a:spcBef>
              <a:buSzPts val="2210"/>
              <a:buFont typeface="Wingdings" pitchFamily="2" charset="2"/>
              <a:buChar char="Ø"/>
            </a:pPr>
            <a:r>
              <a:rPr lang="en-US" sz="2400" dirty="0"/>
              <a:t>With the huge amount of increase in the web technologies, the no of people expressing their views and the opinion via web are increasing</a:t>
            </a:r>
            <a:r>
              <a:rPr lang="en-US" sz="2400" dirty="0" smtClean="0"/>
              <a:t>.</a:t>
            </a:r>
          </a:p>
          <a:p>
            <a:pPr marL="597535" indent="-457200">
              <a:spcBef>
                <a:spcPts val="0"/>
              </a:spcBef>
              <a:buSzPts val="2210"/>
              <a:buNone/>
            </a:pPr>
            <a:endParaRPr lang="en-US" sz="2400" dirty="0"/>
          </a:p>
          <a:p>
            <a:pPr marL="597535" indent="-457200">
              <a:spcBef>
                <a:spcPts val="0"/>
              </a:spcBef>
              <a:buSzPts val="2210"/>
              <a:buFont typeface="Wingdings" pitchFamily="2" charset="2"/>
              <a:buChar char="Ø"/>
            </a:pPr>
            <a:r>
              <a:rPr lang="en-US" sz="2400" dirty="0"/>
              <a:t>Twitter is becoming a major source of information</a:t>
            </a:r>
            <a:r>
              <a:rPr lang="en-US" sz="2400" dirty="0" smtClean="0"/>
              <a:t>.</a:t>
            </a:r>
          </a:p>
          <a:p>
            <a:pPr marL="597535" indent="-457200">
              <a:spcBef>
                <a:spcPts val="0"/>
              </a:spcBef>
              <a:buSzPts val="2210"/>
              <a:buNone/>
            </a:pPr>
            <a:r>
              <a:rPr lang="en-US" sz="2400" dirty="0" smtClean="0"/>
              <a:t> </a:t>
            </a:r>
            <a:endParaRPr lang="en-US" sz="2400" dirty="0"/>
          </a:p>
          <a:p>
            <a:pPr marL="483235" indent="-342900">
              <a:spcBef>
                <a:spcPts val="0"/>
              </a:spcBef>
              <a:buSzPts val="2210"/>
              <a:buFont typeface="Wingdings" panose="05000000000000000000" pitchFamily="2" charset="2"/>
              <a:buChar char="Ø"/>
            </a:pPr>
            <a:r>
              <a:rPr lang="en-US" sz="2400" dirty="0">
                <a:solidFill>
                  <a:srgbClr val="262626"/>
                </a:solidFill>
                <a:latin typeface="Calibri" panose="020F0502020204030204" pitchFamily="34" charset="0"/>
                <a:cs typeface="Calibri" panose="020F0502020204030204" pitchFamily="34" charset="0"/>
                <a:sym typeface="Times New Roman" panose="02020603050405020304"/>
              </a:rPr>
              <a:t> </a:t>
            </a:r>
            <a:r>
              <a:rPr lang="en-US" sz="2400" dirty="0" smtClean="0">
                <a:solidFill>
                  <a:srgbClr val="262626"/>
                </a:solidFill>
                <a:latin typeface="Calibri" panose="020F0502020204030204" pitchFamily="34" charset="0"/>
                <a:cs typeface="Calibri" panose="020F0502020204030204" pitchFamily="34" charset="0"/>
                <a:sym typeface="Times New Roman" panose="02020603050405020304"/>
              </a:rPr>
              <a:t> </a:t>
            </a:r>
            <a:r>
              <a:rPr lang="en-US" sz="2400" dirty="0" smtClean="0"/>
              <a:t>Using </a:t>
            </a:r>
            <a:r>
              <a:rPr lang="en-US" sz="2400" dirty="0"/>
              <a:t>social media, models are built for </a:t>
            </a:r>
            <a:r>
              <a:rPr lang="en-US" sz="2400" dirty="0" smtClean="0"/>
              <a:t>classifying                   “</a:t>
            </a:r>
            <a:r>
              <a:rPr lang="en-US" sz="2400" dirty="0"/>
              <a:t>tweets” into positive , negative, and neutral classes</a:t>
            </a:r>
            <a:r>
              <a:rPr lang="en-US" sz="2400" dirty="0" smtClean="0"/>
              <a:t>.</a:t>
            </a:r>
          </a:p>
          <a:p>
            <a:pPr marL="483235" indent="-342900">
              <a:spcBef>
                <a:spcPts val="0"/>
              </a:spcBef>
              <a:buSzPts val="2210"/>
              <a:buNone/>
            </a:pPr>
            <a:endParaRPr lang="en-US" sz="2400" dirty="0"/>
          </a:p>
          <a:p>
            <a:pPr marL="483235" indent="-342900">
              <a:spcBef>
                <a:spcPts val="0"/>
              </a:spcBef>
              <a:buSzPts val="2210"/>
              <a:buFont typeface="Wingdings" panose="05000000000000000000" pitchFamily="2" charset="2"/>
              <a:buChar char="Ø"/>
            </a:pPr>
            <a:r>
              <a:rPr lang="en-US" sz="2400" dirty="0" smtClean="0"/>
              <a:t> This </a:t>
            </a:r>
            <a:r>
              <a:rPr lang="en-US" sz="2400" dirty="0"/>
              <a:t>information is useful for everyone like </a:t>
            </a:r>
            <a:r>
              <a:rPr lang="en-US" sz="2400" dirty="0" smtClean="0"/>
              <a:t> businesses</a:t>
            </a:r>
            <a:r>
              <a:rPr lang="en-US" sz="2400" dirty="0"/>
              <a:t>, governments and individuals .</a:t>
            </a:r>
            <a:endParaRPr lang="en-US" sz="2400" dirty="0">
              <a:solidFill>
                <a:srgbClr val="262626"/>
              </a:solidFill>
              <a:latin typeface="Calibri" panose="020F0502020204030204" pitchFamily="34" charset="0"/>
              <a:cs typeface="Calibri" panose="020F0502020204030204" pitchFamily="34" charset="0"/>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048622" name="Google Shape;88;p5"/>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Libre Franklin" panose="00000500000000000000"/>
              <a:buNone/>
            </a:pPr>
            <a:r>
              <a:rPr lang="en-US" sz="4000" b="0" i="0" u="none" dirty="0">
                <a:solidFill>
                  <a:schemeClr val="dk2"/>
                </a:solidFill>
                <a:latin typeface="Libre Franklin" panose="00000500000000000000"/>
                <a:ea typeface="Libre Franklin" panose="00000500000000000000"/>
                <a:cs typeface="Libre Franklin" panose="00000500000000000000"/>
                <a:sym typeface="Libre Franklin" panose="00000500000000000000"/>
              </a:rPr>
              <a:t>Review of literature</a:t>
            </a:r>
            <a:endParaRPr dirty="0"/>
          </a:p>
        </p:txBody>
      </p:sp>
      <p:sp>
        <p:nvSpPr>
          <p:cNvPr id="1048623" name="Google Shape;89;p5"/>
          <p:cNvSpPr txBox="1"/>
          <p:nvPr/>
        </p:nvSpPr>
        <p:spPr>
          <a:xfrm>
            <a:off x="819509" y="6172200"/>
            <a:ext cx="8428008"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ACE 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24" name="Google Shape;90;p5"/>
          <p:cNvSpPr/>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panose="00000500000000000000"/>
              <a:buNone/>
            </a:pPr>
            <a:fld id="{00000000-1234-1234-1234-123412341234}" type="slidenum">
              <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rPr>
              <a:pPr marL="0" marR="0" lvl="0" indent="0" algn="ctr" rtl="0">
                <a:lnSpc>
                  <a:spcPct val="100000"/>
                </a:lnSpc>
                <a:spcBef>
                  <a:spcPts val="0"/>
                </a:spcBef>
                <a:spcAft>
                  <a:spcPts val="0"/>
                </a:spcAft>
                <a:buClr>
                  <a:srgbClr val="FFFFFF"/>
                </a:buClr>
                <a:buSzPts val="1400"/>
                <a:buFont typeface="Libre Franklin" panose="00000500000000000000"/>
                <a:buNone/>
              </a:pPr>
              <a:t>4</a:t>
            </a:fld>
            <a:endPar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endParaRPr>
          </a:p>
        </p:txBody>
      </p:sp>
      <p:graphicFrame>
        <p:nvGraphicFramePr>
          <p:cNvPr id="4194304" name="Content Placeholder 0"/>
          <p:cNvGraphicFramePr>
            <a:graphicFrameLocks/>
          </p:cNvGraphicFramePr>
          <p:nvPr/>
        </p:nvGraphicFramePr>
        <p:xfrm>
          <a:off x="933450" y="1447801"/>
          <a:ext cx="7677152" cy="4578931"/>
        </p:xfrm>
        <a:graphic>
          <a:graphicData uri="http://schemas.openxmlformats.org/drawingml/2006/table">
            <a:tbl>
              <a:tblPr firstRow="1" bandRow="1">
                <a:tableStyleId>{5C22544A-7EE6-4342-B048-85BDC9FD1C3A}</a:tableStyleId>
              </a:tblPr>
              <a:tblGrid>
                <a:gridCol w="2568549"/>
                <a:gridCol w="2587598"/>
                <a:gridCol w="2521005"/>
              </a:tblGrid>
              <a:tr h="624089">
                <a:tc>
                  <a:txBody>
                    <a:bodyPr/>
                    <a:lstStyle/>
                    <a:p>
                      <a:pPr algn="ctr"/>
                      <a:r>
                        <a:rPr lang="en-US" sz="1800" dirty="0"/>
                        <a:t>Name of</a:t>
                      </a:r>
                      <a:r>
                        <a:rPr lang="en-US" sz="1800" baseline="0" dirty="0"/>
                        <a:t> the paper</a:t>
                      </a:r>
                      <a:endParaRPr lang="en-US" sz="1800" dirty="0"/>
                    </a:p>
                  </a:txBody>
                  <a:tcPr marT="45717" marB="45717"/>
                </a:tc>
                <a:tc>
                  <a:txBody>
                    <a:bodyPr/>
                    <a:lstStyle/>
                    <a:p>
                      <a:pPr algn="ctr"/>
                      <a:r>
                        <a:rPr lang="en-US" sz="1800" dirty="0"/>
                        <a:t>Authors</a:t>
                      </a:r>
                    </a:p>
                  </a:txBody>
                  <a:tcPr marT="45717" marB="45717"/>
                </a:tc>
                <a:tc>
                  <a:txBody>
                    <a:bodyPr/>
                    <a:lstStyle/>
                    <a:p>
                      <a:pPr algn="ctr"/>
                      <a:r>
                        <a:rPr lang="en-US" sz="1800" dirty="0"/>
                        <a:t>Description</a:t>
                      </a:r>
                    </a:p>
                  </a:txBody>
                  <a:tcPr marT="45717" marB="45717"/>
                </a:tc>
              </a:tr>
              <a:tr h="2100060">
                <a:tc>
                  <a:txBody>
                    <a:bodyPr/>
                    <a:lstStyle/>
                    <a:p>
                      <a:r>
                        <a:rPr kumimoji="0" lang="en-US" sz="1800" u="none" strike="noStrike" kern="1200" baseline="0" dirty="0"/>
                        <a:t>Sentiment Analysis with Long Short-Term Memory networks</a:t>
                      </a:r>
                      <a:endParaRPr kumimoji="0" lang="en-US" sz="1800" b="1" i="0" u="none" strike="noStrike" kern="1200" baseline="0" dirty="0">
                        <a:solidFill>
                          <a:schemeClr val="dk1"/>
                        </a:solidFill>
                        <a:latin typeface="+mn-lt"/>
                        <a:ea typeface="+mn-ea"/>
                        <a:cs typeface="+mn-cs"/>
                      </a:endParaRPr>
                    </a:p>
                  </a:txBody>
                  <a:tcPr marT="45717" marB="45717"/>
                </a:tc>
                <a:tc>
                  <a:txBody>
                    <a:bodyPr/>
                    <a:lstStyle/>
                    <a:p>
                      <a:r>
                        <a:rPr kumimoji="0" lang="en-US" sz="1800" u="none" strike="noStrike" kern="1200" baseline="0" dirty="0"/>
                        <a:t>Prof. Fenna Miedema, Dr.sandjai Bhulai</a:t>
                      </a:r>
                      <a:endParaRPr kumimoji="0" lang="en-US" sz="1800" b="0" i="0" u="none" strike="noStrike" kern="1200" baseline="0" dirty="0">
                        <a:solidFill>
                          <a:schemeClr val="dk1"/>
                        </a:solidFill>
                        <a:latin typeface="+mn-lt"/>
                        <a:ea typeface="+mn-ea"/>
                        <a:cs typeface="+mn-cs"/>
                      </a:endParaRPr>
                    </a:p>
                  </a:txBody>
                  <a:tcPr marT="45717" marB="45717"/>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sz="1800" u="none" strike="noStrike" kern="1200" baseline="0" dirty="0"/>
                        <a:t>Here RNN-LSTM are used for sentiment analysis. The goal of these research is to find out why these models works well for sentiment analysis.</a:t>
                      </a:r>
                    </a:p>
                  </a:txBody>
                  <a:tcPr marT="45717" marB="45717"/>
                </a:tc>
              </a:tr>
              <a:tr h="1854782">
                <a:tc>
                  <a:txBody>
                    <a:bodyPr/>
                    <a:lstStyle/>
                    <a:p>
                      <a:r>
                        <a:rPr kumimoji="0" lang="en-US" sz="1800" u="none" strike="noStrike" kern="1200" baseline="0" dirty="0"/>
                        <a:t>Study of  Twitter Sentiment Analysis using Machine Learning Algorithms on Python</a:t>
                      </a:r>
                    </a:p>
                  </a:txBody>
                  <a:tcPr marT="45717" marB="45717"/>
                </a:tc>
                <a:tc>
                  <a:txBody>
                    <a:bodyPr/>
                    <a:lstStyle/>
                    <a:p>
                      <a:r>
                        <a:rPr kumimoji="0" lang="en-US" sz="1800" u="none" strike="noStrike" kern="1200" baseline="0" dirty="0"/>
                        <a:t>Bhumika Gupta, Monika Negi, Kanika Vishwakarma,</a:t>
                      </a:r>
                    </a:p>
                    <a:p>
                      <a:r>
                        <a:rPr kumimoji="0" lang="en-US" sz="1800" u="none" strike="noStrike" kern="1200" baseline="0" dirty="0"/>
                        <a:t>Goldi Rawat, Priyanka Badhani</a:t>
                      </a:r>
                    </a:p>
                  </a:txBody>
                  <a:tcPr marT="45717" marB="45717"/>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kumimoji="0" lang="en-US" sz="1800" u="none" strike="noStrike" kern="1200" baseline="0" dirty="0"/>
                        <a:t>In these paper we aim to review  some papers regarding research in sentiment analysis</a:t>
                      </a:r>
                    </a:p>
                  </a:txBody>
                  <a:tcPr marT="45717" marB="45717"/>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Slide Number Placeholder 1"/>
          <p:cNvSpPr>
            <a:spLocks noGrp="1"/>
          </p:cNvSpPr>
          <p:nvPr>
            <p:ph type="sldNum" sz="quarter" idx="4"/>
          </p:nvPr>
        </p:nvSpPr>
        <p:spPr/>
        <p:txBody>
          <a:bodyPr/>
          <a:lstStyle/>
          <a:p>
            <a:pPr marL="0" lvl="0" indent="0" algn="ctr" eaLnBrk="1" fontAlgn="base" latinLnBrk="1" hangingPunct="1">
              <a:lnSpc>
                <a:spcPct val="100000"/>
              </a:lnSpc>
              <a:spcBef>
                <a:spcPct val="0"/>
              </a:spcBef>
              <a:spcAft>
                <a:spcPct val="0"/>
              </a:spcAft>
              <a:buFontTx/>
              <a:buNone/>
            </a:pPr>
            <a:fld id="{566ABCEB-ACFC-4714-9973-3DA970169C29}" type="slidenum">
              <a:rPr lang="en-US" altLang="en-US" sz="1400" b="0" i="0" u="none" baseline="0" smtClean="0">
                <a:solidFill>
                  <a:srgbClr val="FFFFFF"/>
                </a:solidFill>
                <a:latin typeface="Franklin Gothic Book" panose="020B0503020102020204" pitchFamily="34" charset="0"/>
                <a:sym typeface="Perpetua" panose="02020502060401020303" pitchFamily="18" charset="0"/>
              </a:rPr>
              <a:pPr marL="0" lvl="0" indent="0" algn="ctr" eaLnBrk="1" fontAlgn="base" latinLnBrk="1" hangingPunct="1">
                <a:lnSpc>
                  <a:spcPct val="100000"/>
                </a:lnSpc>
                <a:spcBef>
                  <a:spcPct val="0"/>
                </a:spcBef>
                <a:spcAft>
                  <a:spcPct val="0"/>
                </a:spcAft>
                <a:buFontTx/>
                <a:buNone/>
              </a:pPr>
              <a:t>5</a:t>
            </a:fld>
            <a:endParaRPr lang="en-US" altLang="en-US" sz="1400" b="0" i="0" u="none" baseline="0">
              <a:solidFill>
                <a:srgbClr val="FFFFFF"/>
              </a:solidFill>
              <a:latin typeface="Franklin Gothic Book" panose="020B0503020102020204" pitchFamily="34" charset="0"/>
              <a:sym typeface="Perpetua" panose="02020502060401020303" pitchFamily="18" charset="0"/>
            </a:endParaRPr>
          </a:p>
        </p:txBody>
      </p:sp>
      <p:sp>
        <p:nvSpPr>
          <p:cNvPr id="1048631" name="Google Shape;88;p5"/>
          <p:cNvSpPr txBox="1"/>
          <p:nvPr/>
        </p:nvSpPr>
        <p:spPr>
          <a:xfrm>
            <a:off x="603250" y="312737"/>
            <a:ext cx="7772400" cy="1143000"/>
          </a:xfrm>
          <a:prstGeom prst="rect">
            <a:avLst/>
          </a:prstGeom>
          <a:noFill/>
          <a:ln>
            <a:noFill/>
          </a:ln>
        </p:spPr>
        <p:txBody>
          <a:bodyPr spcFirstLastPara="1" wrap="square" lIns="91425" tIns="45700"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buClr>
                <a:schemeClr val="dk2"/>
              </a:buClr>
              <a:buSzPts val="4000"/>
              <a:buFont typeface="Libre Franklin" panose="00000500000000000000"/>
              <a:buNone/>
            </a:pPr>
            <a:r>
              <a:rPr lang="en-US" sz="4000">
                <a:solidFill>
                  <a:schemeClr val="dk2"/>
                </a:solidFill>
                <a:latin typeface="Libre Franklin" panose="00000500000000000000"/>
                <a:ea typeface="Libre Franklin" panose="00000500000000000000"/>
                <a:cs typeface="Libre Franklin" panose="00000500000000000000"/>
                <a:sym typeface="Libre Franklin" panose="00000500000000000000"/>
              </a:rPr>
              <a:t>Review of literature</a:t>
            </a:r>
            <a:endParaRPr lang="en-US" dirty="0"/>
          </a:p>
        </p:txBody>
      </p:sp>
      <p:sp>
        <p:nvSpPr>
          <p:cNvPr id="1048632" name="Google Shape;89;p5"/>
          <p:cNvSpPr txBox="1"/>
          <p:nvPr/>
        </p:nvSpPr>
        <p:spPr>
          <a:xfrm>
            <a:off x="1060450" y="6210300"/>
            <a:ext cx="8368222"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a:t>
            </a: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graphicFrame>
        <p:nvGraphicFramePr>
          <p:cNvPr id="4194305" name="Content Placeholder 0"/>
          <p:cNvGraphicFramePr>
            <a:graphicFrameLocks/>
          </p:cNvGraphicFramePr>
          <p:nvPr/>
        </p:nvGraphicFramePr>
        <p:xfrm>
          <a:off x="622300" y="1485901"/>
          <a:ext cx="7677152" cy="3667124"/>
        </p:xfrm>
        <a:graphic>
          <a:graphicData uri="http://schemas.openxmlformats.org/drawingml/2006/table">
            <a:tbl>
              <a:tblPr firstRow="1" bandRow="1">
                <a:tableStyleId>{5C22544A-7EE6-4342-B048-85BDC9FD1C3A}</a:tableStyleId>
              </a:tblPr>
              <a:tblGrid>
                <a:gridCol w="2568549"/>
                <a:gridCol w="2587598"/>
                <a:gridCol w="2521005"/>
              </a:tblGrid>
              <a:tr h="840120">
                <a:tc>
                  <a:txBody>
                    <a:bodyPr/>
                    <a:lstStyle/>
                    <a:p>
                      <a:pPr algn="ctr"/>
                      <a:r>
                        <a:rPr lang="en-US" sz="1800" dirty="0"/>
                        <a:t>Name of</a:t>
                      </a:r>
                      <a:r>
                        <a:rPr lang="en-US" sz="1800" baseline="0" dirty="0"/>
                        <a:t> the paper</a:t>
                      </a:r>
                      <a:endParaRPr lang="en-US" sz="1800" dirty="0"/>
                    </a:p>
                  </a:txBody>
                  <a:tcPr marT="45717" marB="45717"/>
                </a:tc>
                <a:tc>
                  <a:txBody>
                    <a:bodyPr/>
                    <a:lstStyle/>
                    <a:p>
                      <a:pPr algn="ctr"/>
                      <a:r>
                        <a:rPr lang="en-US" sz="1800" dirty="0"/>
                        <a:t>Authors</a:t>
                      </a:r>
                    </a:p>
                  </a:txBody>
                  <a:tcPr marT="45717" marB="45717"/>
                </a:tc>
                <a:tc>
                  <a:txBody>
                    <a:bodyPr/>
                    <a:lstStyle/>
                    <a:p>
                      <a:pPr algn="ctr"/>
                      <a:r>
                        <a:rPr lang="en-US" sz="1800" dirty="0"/>
                        <a:t>Description</a:t>
                      </a:r>
                    </a:p>
                  </a:txBody>
                  <a:tcPr marT="45717" marB="45717"/>
                </a:tc>
              </a:tr>
              <a:tr h="282700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pPr>
                      <a:r>
                        <a:rPr kumimoji="0" lang="en-US" sz="1800" u="none" strike="noStrike" kern="1200" baseline="0" dirty="0"/>
                        <a:t>Analyzing and predicting the US Midterm Elections on Twitter with Recurrent Neural Network</a:t>
                      </a:r>
                      <a:endParaRPr lang="en-US" sz="1800" dirty="0"/>
                    </a:p>
                    <a:p>
                      <a:endParaRPr kumimoji="0" lang="en-US" sz="1800" b="1" i="0" u="none" strike="noStrike" kern="1200" baseline="0" dirty="0">
                        <a:solidFill>
                          <a:schemeClr val="dk1"/>
                        </a:solidFill>
                        <a:latin typeface="+mn-lt"/>
                        <a:ea typeface="+mn-ea"/>
                        <a:cs typeface="+mn-cs"/>
                      </a:endParaRPr>
                    </a:p>
                  </a:txBody>
                  <a:tcPr marT="45717" marB="45717"/>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pPr>
                      <a:r>
                        <a:rPr kumimoji="0" lang="en-US" sz="1800" u="none" strike="noStrike" kern="1200" baseline="0" dirty="0"/>
                        <a:t>Antinio Lopardo, Marco Brambilla</a:t>
                      </a:r>
                      <a:endParaRPr lang="en-US" sz="1800" dirty="0"/>
                    </a:p>
                    <a:p>
                      <a:endParaRPr kumimoji="0" lang="en-US" sz="1800" b="0" i="0" u="none" strike="noStrike" kern="1200" baseline="0" dirty="0">
                        <a:solidFill>
                          <a:schemeClr val="dk1"/>
                        </a:solidFill>
                        <a:latin typeface="+mn-lt"/>
                        <a:ea typeface="+mn-ea"/>
                        <a:cs typeface="+mn-cs"/>
                      </a:endParaRPr>
                    </a:p>
                  </a:txBody>
                  <a:tcPr marT="45717" marB="45717"/>
                </a:tc>
                <a:tc>
                  <a:txBody>
                    <a:bodyPr/>
                    <a:lstStyle/>
                    <a:p>
                      <a:pPr marL="0" marR="0" lvl="0" indent="0" algn="l" defTabSz="914400" rtl="0" eaLnBrk="1" fontAlgn="auto" latinLnBrk="0" hangingPunct="1">
                        <a:lnSpc>
                          <a:spcPct val="100000"/>
                        </a:lnSpc>
                        <a:spcBef>
                          <a:spcPts val="0"/>
                        </a:spcBef>
                        <a:spcAft>
                          <a:spcPts val="0"/>
                        </a:spcAft>
                        <a:buClrTx/>
                        <a:buSzTx/>
                        <a:buFontTx/>
                        <a:buNone/>
                      </a:pPr>
                      <a:r>
                        <a:rPr lang="en-US" sz="1800" dirty="0"/>
                        <a:t>This paper shows local support for two major US political parties</a:t>
                      </a:r>
                      <a:r>
                        <a:rPr lang="en-US" sz="1800" dirty="0" smtClean="0"/>
                        <a:t>. The </a:t>
                      </a:r>
                      <a:r>
                        <a:rPr lang="en-US" sz="1800" dirty="0"/>
                        <a:t>method was able to predict the correct winner on 60%.</a:t>
                      </a:r>
                    </a:p>
                    <a:p>
                      <a:pPr marL="0" marR="0" lvl="0" indent="0" algn="l" defTabSz="914400" rtl="0" eaLnBrk="1" fontAlgn="auto" latinLnBrk="0" hangingPunct="1">
                        <a:lnSpc>
                          <a:spcPct val="100000"/>
                        </a:lnSpc>
                        <a:spcBef>
                          <a:spcPts val="0"/>
                        </a:spcBef>
                        <a:spcAft>
                          <a:spcPts val="0"/>
                        </a:spcAft>
                        <a:buClrTx/>
                        <a:buSzTx/>
                        <a:buFontTx/>
                        <a:buNone/>
                      </a:pPr>
                      <a:endParaRPr kumimoji="0" lang="en-US" sz="1800" u="none" strike="noStrike" kern="1200" baseline="0" dirty="0"/>
                    </a:p>
                  </a:txBody>
                  <a:tcPr marT="45717" marB="45717"/>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1048633" name="Google Shape;97;g802540a111_0_12"/>
          <p:cNvSpPr txBox="1">
            <a:spLocks noGrp="1"/>
          </p:cNvSpPr>
          <p:nvPr>
            <p:ph type="title"/>
          </p:nvPr>
        </p:nvSpPr>
        <p:spPr>
          <a:xfrm>
            <a:off x="914400" y="-136225"/>
            <a:ext cx="7772400" cy="1143000"/>
          </a:xfrm>
          <a:prstGeom prst="rect">
            <a:avLst/>
          </a:prstGeom>
        </p:spPr>
        <p:txBody>
          <a:bodyPr spcFirstLastPara="1" wrap="square" lIns="91425" tIns="45700" rIns="91425" bIns="91425" anchor="b" anchorCtr="0">
            <a:noAutofit/>
          </a:bodyPr>
          <a:lstStyle/>
          <a:p>
            <a:pPr marL="0" lvl="0" indent="0" algn="l" rtl="0">
              <a:spcBef>
                <a:spcPts val="0"/>
              </a:spcBef>
              <a:spcAft>
                <a:spcPts val="0"/>
              </a:spcAft>
              <a:buNone/>
            </a:pPr>
            <a:r>
              <a:rPr lang="en-US" dirty="0"/>
              <a:t>Problem Definition</a:t>
            </a:r>
            <a:endParaRPr dirty="0"/>
          </a:p>
        </p:txBody>
      </p:sp>
      <p:sp>
        <p:nvSpPr>
          <p:cNvPr id="1048634" name="Google Shape;98;g802540a111_0_12"/>
          <p:cNvSpPr txBox="1">
            <a:spLocks noGrp="1"/>
          </p:cNvSpPr>
          <p:nvPr>
            <p:ph type="body" idx="1"/>
          </p:nvPr>
        </p:nvSpPr>
        <p:spPr>
          <a:xfrm>
            <a:off x="914400" y="901460"/>
            <a:ext cx="7772400" cy="5076645"/>
          </a:xfrm>
          <a:prstGeom prst="rect">
            <a:avLst/>
          </a:prstGeom>
        </p:spPr>
        <p:txBody>
          <a:bodyPr spcFirstLastPara="1" wrap="square" lIns="91425" tIns="45700" rIns="91425" bIns="45700" anchor="t" anchorCtr="0">
            <a:noAutofit/>
          </a:bodyPr>
          <a:lstStyle/>
          <a:p>
            <a:pPr eaLnBrk="1" hangingPunct="1">
              <a:buFont typeface="Wingdings" panose="05000000000000000000" pitchFamily="2" charset="2"/>
              <a:buChar char="Ø"/>
            </a:pPr>
            <a:r>
              <a:rPr lang="en-US" altLang="en-US" sz="2400" dirty="0"/>
              <a:t>Despite the availability of software to extract data regarding a person’s sentiment on a specific product or service, organizations still face issue regarding the data extraction. With the rapid growth of www, people are using social media such as twitter which generate big volume of opinion texts in the form of tweets which is available for the sentiment analysis. Also prediction of long statements and slang’s are difficult to predict.</a:t>
            </a:r>
          </a:p>
          <a:p>
            <a:pPr>
              <a:buFont typeface="Wingdings" panose="05000000000000000000" pitchFamily="2" charset="2"/>
              <a:buChar char="Ø"/>
            </a:pPr>
            <a:r>
              <a:rPr lang="en-US" altLang="en-US" sz="2400" dirty="0"/>
              <a:t>To overcome this problems we can develop a system using RNN-LSTM which can predict these tweets more accurately and can over perform the traditional models.</a:t>
            </a:r>
          </a:p>
          <a:p>
            <a:pPr marL="0" lvl="0" indent="0" algn="l" rtl="0">
              <a:spcBef>
                <a:spcPts val="580"/>
              </a:spcBef>
              <a:spcAft>
                <a:spcPts val="0"/>
              </a:spcAft>
              <a:buNone/>
            </a:pPr>
            <a:endParaRPr sz="1800" dirty="0">
              <a:solidFill>
                <a:schemeClr val="tx1"/>
              </a:solidFill>
              <a:latin typeface="Calibri" panose="020F0502020204030204" pitchFamily="34" charset="0"/>
              <a:cs typeface="Calibri" panose="020F0502020204030204" pitchFamily="34" charset="0"/>
            </a:endParaRPr>
          </a:p>
        </p:txBody>
      </p:sp>
      <p:sp>
        <p:nvSpPr>
          <p:cNvPr id="1048635" name="Google Shape;99;g802540a111_0_12"/>
          <p:cNvSpPr>
            <a:spLocks noGrp="1"/>
          </p:cNvSpPr>
          <p:nvPr>
            <p:ph type="sldNum" idx="12"/>
          </p:nvPr>
        </p:nvSpPr>
        <p:spPr>
          <a:xfrm>
            <a:off x="146050" y="6210300"/>
            <a:ext cx="457200" cy="457200"/>
          </a:xfrm>
          <a:prstGeom prst="ellipse">
            <a:avLst/>
          </a:prstGeom>
        </p:spPr>
        <p:txBody>
          <a:bodyPr spcFirstLastPara="1" wrap="square" lIns="0" tIns="0" rIns="0" bIns="0" anchor="ctr" anchorCtr="1">
            <a:noAutofit/>
          </a:bodyPr>
          <a:lstStyle/>
          <a:p>
            <a:pPr marL="0" lvl="0" indent="0" algn="ctr" rtl="0">
              <a:spcBef>
                <a:spcPts val="0"/>
              </a:spcBef>
              <a:spcAft>
                <a:spcPts val="0"/>
              </a:spcAft>
              <a:buClr>
                <a:srgbClr val="FFFFFF"/>
              </a:buClr>
              <a:buSzPts val="1400"/>
              <a:buFont typeface="Libre Franklin" panose="00000500000000000000"/>
              <a:buNone/>
            </a:pPr>
            <a:fld id="{00000000-1234-1234-1234-123412341234}" type="slidenum">
              <a:rPr lang="en-US"/>
              <a:pPr marL="0" lvl="0" indent="0" algn="ctr" rtl="0">
                <a:spcBef>
                  <a:spcPts val="0"/>
                </a:spcBef>
                <a:spcAft>
                  <a:spcPts val="0"/>
                </a:spcAft>
                <a:buClr>
                  <a:srgbClr val="FFFFFF"/>
                </a:buClr>
                <a:buSzPts val="1400"/>
                <a:buFont typeface="Libre Franklin" panose="00000500000000000000"/>
                <a:buNone/>
              </a:pPr>
              <a:t>6</a:t>
            </a:fld>
            <a:endParaRPr lang="en-US"/>
          </a:p>
        </p:txBody>
      </p:sp>
      <p:sp>
        <p:nvSpPr>
          <p:cNvPr id="1048636" name="Google Shape;100;g802540a111_0_12"/>
          <p:cNvSpPr txBox="1"/>
          <p:nvPr/>
        </p:nvSpPr>
        <p:spPr>
          <a:xfrm>
            <a:off x="1371600" y="6180826"/>
            <a:ext cx="7772400"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a:t>
            </a: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
          <p:cNvSpPr>
            <a:spLocks noGrp="1"/>
          </p:cNvSpPr>
          <p:nvPr>
            <p:ph type="title"/>
          </p:nvPr>
        </p:nvSpPr>
        <p:spPr/>
        <p:txBody>
          <a:bodyPr/>
          <a:lstStyle/>
          <a:p>
            <a:r>
              <a:rPr lang="en-US" sz="2800" dirty="0" smtClean="0">
                <a:latin typeface="+mj-lt"/>
              </a:rPr>
              <a:t>BLOCK DIAGRAM</a:t>
            </a:r>
            <a:endParaRPr lang="en-IN" sz="2800" dirty="0">
              <a:latin typeface="+mj-lt"/>
            </a:endParaRPr>
          </a:p>
        </p:txBody>
      </p:sp>
      <p:pic>
        <p:nvPicPr>
          <p:cNvPr id="2097154" name="Picture 3" descr="TE mini.png"/>
          <p:cNvPicPr>
            <a:picLocks noChangeAspect="1"/>
          </p:cNvPicPr>
          <p:nvPr/>
        </p:nvPicPr>
        <p:blipFill>
          <a:blip r:embed="rId2"/>
          <a:stretch>
            <a:fillRect/>
          </a:stretch>
        </p:blipFill>
        <p:spPr>
          <a:xfrm>
            <a:off x="267419" y="1689438"/>
            <a:ext cx="8548777" cy="43663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Title 1"/>
          <p:cNvSpPr>
            <a:spLocks noGrp="1"/>
          </p:cNvSpPr>
          <p:nvPr>
            <p:ph type="title"/>
          </p:nvPr>
        </p:nvSpPr>
        <p:spPr>
          <a:xfrm>
            <a:off x="914400" y="274637"/>
            <a:ext cx="7772400" cy="1002072"/>
          </a:xfrm>
        </p:spPr>
        <p:txBody>
          <a:bodyPr/>
          <a:lstStyle/>
          <a:p>
            <a:r>
              <a:rPr lang="en-US" dirty="0"/>
              <a:t>Algorithm</a:t>
            </a:r>
            <a:endParaRPr lang="en-IN" dirty="0"/>
          </a:p>
        </p:txBody>
      </p:sp>
      <p:sp>
        <p:nvSpPr>
          <p:cNvPr id="1048649" name="Text Placeholder 2"/>
          <p:cNvSpPr>
            <a:spLocks noGrp="1"/>
          </p:cNvSpPr>
          <p:nvPr>
            <p:ph type="body" idx="1"/>
          </p:nvPr>
        </p:nvSpPr>
        <p:spPr>
          <a:xfrm>
            <a:off x="353683" y="1344282"/>
            <a:ext cx="8373912" cy="4970253"/>
          </a:xfrm>
        </p:spPr>
        <p:txBody>
          <a:bodyPr/>
          <a:lstStyle/>
          <a:p>
            <a:pPr>
              <a:buFont typeface="Wingdings" panose="05000000000000000000" pitchFamily="2" charset="2"/>
              <a:buChar char="Ø"/>
            </a:pPr>
            <a:r>
              <a:rPr lang="en-US" b="1" u="sng" dirty="0"/>
              <a:t>Recurrent Neural Network (RNN)</a:t>
            </a:r>
          </a:p>
          <a:p>
            <a:pPr marL="131445" indent="0">
              <a:buNone/>
            </a:pPr>
            <a:r>
              <a:rPr lang="en-US" dirty="0"/>
              <a:t>             </a:t>
            </a:r>
            <a:r>
              <a:rPr lang="en-US" sz="2000" dirty="0"/>
              <a:t> </a:t>
            </a:r>
            <a:r>
              <a:rPr lang="en-US" altLang="en-US" sz="2000" dirty="0"/>
              <a:t>Recurrent Neural Network is a generalization of feedforward neural network that has an internal memory. RNN is recurrent in nature as it performs the same function for every input of data while the output of the current input depends on the past one computation. After producing the output, it is copied and sent back into the recurrent network. For making a decision, it considers the current input and the output that it has learned from the previous input.</a:t>
            </a:r>
            <a:endParaRPr lang="en-US" dirty="0"/>
          </a:p>
          <a:p>
            <a:pPr>
              <a:buFont typeface="Wingdings" panose="05000000000000000000" pitchFamily="2" charset="2"/>
              <a:buChar char="Ø"/>
            </a:pPr>
            <a:r>
              <a:rPr lang="en-US" b="1" u="sng" dirty="0"/>
              <a:t>Long Short Term Memory (LSTM)</a:t>
            </a:r>
          </a:p>
          <a:p>
            <a:pPr marL="131445" indent="0">
              <a:buNone/>
            </a:pPr>
            <a:r>
              <a:rPr lang="en-US" dirty="0"/>
              <a:t>              </a:t>
            </a:r>
            <a:r>
              <a:rPr lang="en-US" sz="2000" dirty="0"/>
              <a:t>LSTM is an artificial recurrent neural network (RNN). LSTM has feedback connections. It can not only process single data points (such as images), but also entire sequences of data (such as speech or video). </a:t>
            </a:r>
            <a:r>
              <a:rPr lang="en-US" sz="2000" b="1" u="sng" dirty="0"/>
              <a:t> </a:t>
            </a:r>
          </a:p>
          <a:p>
            <a:pPr marL="131445" indent="0" algn="just">
              <a:buNone/>
            </a:pPr>
            <a:endParaRPr lang="en-US" dirty="0"/>
          </a:p>
          <a:p>
            <a:pPr marL="131445" indent="0" algn="just">
              <a:buNone/>
            </a:pPr>
            <a:endParaRPr lang="en-US" dirty="0"/>
          </a:p>
          <a:p>
            <a:pPr marL="131445"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48640" name="Google Shape;106;g802540a111_0_5"/>
          <p:cNvSpPr txBox="1">
            <a:spLocks noGrp="1"/>
          </p:cNvSpPr>
          <p:nvPr>
            <p:ph type="title"/>
          </p:nvPr>
        </p:nvSpPr>
        <p:spPr>
          <a:xfrm>
            <a:off x="847725" y="962025"/>
            <a:ext cx="7772400" cy="1143000"/>
          </a:xfrm>
          <a:prstGeom prst="rect">
            <a:avLst/>
          </a:prstGeom>
        </p:spPr>
        <p:txBody>
          <a:bodyPr spcFirstLastPara="1" wrap="square" lIns="91425" tIns="45700" rIns="91425" bIns="91425" anchor="b" anchorCtr="0">
            <a:noAutofit/>
          </a:bodyPr>
          <a:lstStyle/>
          <a:p>
            <a:pPr marL="0" lvl="0" indent="0" algn="l" rtl="0">
              <a:spcBef>
                <a:spcPts val="500"/>
              </a:spcBef>
              <a:spcAft>
                <a:spcPts val="0"/>
              </a:spcAft>
              <a:buNone/>
            </a:pPr>
            <a:r>
              <a:rPr lang="en-US" sz="4800" dirty="0"/>
              <a:t>Requirement Analysis</a:t>
            </a:r>
          </a:p>
        </p:txBody>
      </p:sp>
      <p:sp>
        <p:nvSpPr>
          <p:cNvPr id="1048641" name="Google Shape;107;g802540a111_0_5"/>
          <p:cNvSpPr txBox="1">
            <a:spLocks noGrp="1"/>
          </p:cNvSpPr>
          <p:nvPr>
            <p:ph type="body" idx="1"/>
          </p:nvPr>
        </p:nvSpPr>
        <p:spPr>
          <a:xfrm>
            <a:off x="914400" y="2286000"/>
            <a:ext cx="7772400" cy="4572000"/>
          </a:xfrm>
          <a:prstGeom prst="rect">
            <a:avLst/>
          </a:prstGeom>
        </p:spPr>
        <p:txBody>
          <a:bodyPr spcFirstLastPara="1" wrap="square" lIns="91425" tIns="45700" rIns="91425" bIns="45700" anchor="t" anchorCtr="0">
            <a:noAutofit/>
          </a:bodyPr>
          <a:lstStyle/>
          <a:p>
            <a:pPr marL="0" lvl="0" indent="0">
              <a:spcBef>
                <a:spcPts val="1000"/>
              </a:spcBef>
              <a:buNone/>
            </a:pPr>
            <a:r>
              <a:rPr lang="en-US" sz="3600" b="1" dirty="0">
                <a:solidFill>
                  <a:schemeClr val="tx1"/>
                </a:solidFill>
                <a:latin typeface="Calibri" panose="020F0502020204030204" pitchFamily="34" charset="0"/>
                <a:cs typeface="Calibri" panose="020F0502020204030204" pitchFamily="34" charset="0"/>
                <a:sym typeface="Times New Roman" panose="02020603050405020304"/>
              </a:rPr>
              <a:t>Software Details</a:t>
            </a:r>
          </a:p>
          <a:p>
            <a:pPr marL="0" lvl="0" indent="0">
              <a:spcBef>
                <a:spcPts val="1000"/>
              </a:spcBef>
              <a:buNone/>
            </a:pPr>
            <a:endParaRPr lang="en-US" sz="1100" dirty="0">
              <a:solidFill>
                <a:schemeClr val="tx1"/>
              </a:solidFill>
              <a:latin typeface="Calibri" panose="020F0502020204030204" pitchFamily="34" charset="0"/>
              <a:cs typeface="Calibri" panose="020F0502020204030204" pitchFamily="34" charset="0"/>
              <a:sym typeface="Times New Roman" panose="02020603050405020304"/>
            </a:endParaRPr>
          </a:p>
          <a:p>
            <a:pPr lvl="0" indent="-342900">
              <a:spcBef>
                <a:spcPts val="0"/>
              </a:spcBef>
              <a:buClr>
                <a:schemeClr val="dk1"/>
              </a:buClr>
              <a:buSzPts val="1800"/>
              <a:buFont typeface="Wingdings" panose="05000000000000000000" pitchFamily="2" charset="2"/>
              <a:buChar char="Ø"/>
            </a:pPr>
            <a:r>
              <a:rPr lang="en-US" sz="2800" dirty="0">
                <a:solidFill>
                  <a:schemeClr val="tx1"/>
                </a:solidFill>
                <a:latin typeface="Calibri" panose="020F0502020204030204" pitchFamily="34" charset="0"/>
                <a:cs typeface="Calibri" panose="020F0502020204030204" pitchFamily="34" charset="0"/>
                <a:sym typeface="Times New Roman" panose="02020603050405020304"/>
              </a:rPr>
              <a:t>Python and required libraries</a:t>
            </a:r>
          </a:p>
          <a:p>
            <a:pPr lvl="0" indent="-342900">
              <a:spcBef>
                <a:spcPts val="0"/>
              </a:spcBef>
              <a:buClr>
                <a:schemeClr val="dk1"/>
              </a:buClr>
              <a:buSzPts val="1800"/>
              <a:buFont typeface="Wingdings" panose="05000000000000000000" pitchFamily="2" charset="2"/>
              <a:buChar char="Ø"/>
            </a:pPr>
            <a:r>
              <a:rPr lang="en-US" sz="2800" dirty="0">
                <a:solidFill>
                  <a:schemeClr val="tx1"/>
                </a:solidFill>
                <a:latin typeface="Calibri" panose="020F0502020204030204" pitchFamily="34" charset="0"/>
                <a:cs typeface="Calibri" panose="020F0502020204030204" pitchFamily="34" charset="0"/>
                <a:sym typeface="Times New Roman" panose="02020603050405020304"/>
              </a:rPr>
              <a:t>Visual studio code </a:t>
            </a:r>
            <a:endParaRPr lang="en-US" sz="2800" dirty="0">
              <a:solidFill>
                <a:schemeClr val="tx1"/>
              </a:solidFill>
              <a:latin typeface="Calibri" panose="020F0502020204030204" pitchFamily="34" charset="0"/>
              <a:cs typeface="Calibri" panose="020F0502020204030204" pitchFamily="34" charset="0"/>
            </a:endParaRPr>
          </a:p>
          <a:p>
            <a:pPr lvl="0" indent="-342900">
              <a:spcBef>
                <a:spcPts val="0"/>
              </a:spcBef>
              <a:buClr>
                <a:schemeClr val="dk1"/>
              </a:buClr>
              <a:buSzPts val="1800"/>
              <a:buFont typeface="Wingdings" panose="05000000000000000000" pitchFamily="2" charset="2"/>
              <a:buChar char="Ø"/>
            </a:pPr>
            <a:r>
              <a:rPr lang="en-US" sz="2800" dirty="0">
                <a:solidFill>
                  <a:schemeClr val="tx1"/>
                </a:solidFill>
                <a:latin typeface="Calibri" panose="020F0502020204030204" pitchFamily="34" charset="0"/>
                <a:cs typeface="Calibri" panose="020F0502020204030204" pitchFamily="34" charset="0"/>
                <a:sym typeface="Times New Roman" panose="02020603050405020304"/>
              </a:rPr>
              <a:t>Public Data-set (Twitter)</a:t>
            </a:r>
          </a:p>
        </p:txBody>
      </p:sp>
      <p:sp>
        <p:nvSpPr>
          <p:cNvPr id="1048642" name="Google Shape;108;g802540a111_0_5"/>
          <p:cNvSpPr>
            <a:spLocks noGrp="1"/>
          </p:cNvSpPr>
          <p:nvPr>
            <p:ph type="sldNum" idx="12"/>
          </p:nvPr>
        </p:nvSpPr>
        <p:spPr>
          <a:xfrm>
            <a:off x="146050" y="6210300"/>
            <a:ext cx="457200" cy="457200"/>
          </a:xfrm>
          <a:prstGeom prst="ellipse">
            <a:avLst/>
          </a:prstGeom>
        </p:spPr>
        <p:txBody>
          <a:bodyPr spcFirstLastPara="1" wrap="square" lIns="0" tIns="0" rIns="0" bIns="0" anchor="ctr" anchorCtr="1">
            <a:noAutofit/>
          </a:bodyPr>
          <a:lstStyle/>
          <a:p>
            <a:pPr marL="0" lvl="0" indent="0" algn="ctr" rtl="0">
              <a:spcBef>
                <a:spcPts val="0"/>
              </a:spcBef>
              <a:spcAft>
                <a:spcPts val="0"/>
              </a:spcAft>
              <a:buClr>
                <a:srgbClr val="FFFFFF"/>
              </a:buClr>
              <a:buSzPts val="1400"/>
              <a:buFont typeface="Libre Franklin" panose="00000500000000000000"/>
              <a:buNone/>
            </a:pPr>
            <a:fld id="{00000000-1234-1234-1234-123412341234}" type="slidenum">
              <a:rPr lang="en-US"/>
              <a:pPr marL="0" lvl="0" indent="0" algn="ctr" rtl="0">
                <a:spcBef>
                  <a:spcPts val="0"/>
                </a:spcBef>
                <a:spcAft>
                  <a:spcPts val="0"/>
                </a:spcAft>
                <a:buClr>
                  <a:srgbClr val="FFFFFF"/>
                </a:buClr>
                <a:buSzPts val="1400"/>
                <a:buFont typeface="Libre Franklin" panose="00000500000000000000"/>
                <a:buNone/>
              </a:pPr>
              <a:t>9</a:t>
            </a:fld>
            <a:endParaRPr lang="en-US"/>
          </a:p>
        </p:txBody>
      </p:sp>
      <p:sp>
        <p:nvSpPr>
          <p:cNvPr id="1048643" name="Google Shape;109;g802540a111_0_5"/>
          <p:cNvSpPr txBox="1"/>
          <p:nvPr/>
        </p:nvSpPr>
        <p:spPr>
          <a:xfrm>
            <a:off x="1371599" y="6172200"/>
            <a:ext cx="7617125"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a:t>
            </a: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048650" name="Google Shape;123;g802540a111_0_30"/>
          <p:cNvSpPr txBox="1">
            <a:spLocks noGrp="1"/>
          </p:cNvSpPr>
          <p:nvPr>
            <p:ph type="title"/>
          </p:nvPr>
        </p:nvSpPr>
        <p:spPr>
          <a:xfrm>
            <a:off x="851151" y="-248512"/>
            <a:ext cx="7772400" cy="1143000"/>
          </a:xfrm>
          <a:prstGeom prst="rect">
            <a:avLst/>
          </a:prstGeom>
        </p:spPr>
        <p:txBody>
          <a:bodyPr spcFirstLastPara="1" wrap="square" lIns="91425" tIns="45700" rIns="91425" bIns="91425" anchor="b" anchorCtr="0">
            <a:noAutofit/>
          </a:bodyPr>
          <a:lstStyle/>
          <a:p>
            <a:pPr marL="0" lvl="0" indent="0" algn="l" rtl="0">
              <a:spcBef>
                <a:spcPts val="0"/>
              </a:spcBef>
              <a:spcAft>
                <a:spcPts val="0"/>
              </a:spcAft>
              <a:buNone/>
            </a:pPr>
            <a:r>
              <a:rPr lang="en-US"/>
              <a:t>Results and Discussion</a:t>
            </a:r>
          </a:p>
        </p:txBody>
      </p:sp>
      <p:sp>
        <p:nvSpPr>
          <p:cNvPr id="1048651" name="Google Shape;124;g802540a111_0_30"/>
          <p:cNvSpPr txBox="1">
            <a:spLocks noGrp="1"/>
          </p:cNvSpPr>
          <p:nvPr>
            <p:ph type="body" idx="1"/>
          </p:nvPr>
        </p:nvSpPr>
        <p:spPr>
          <a:xfrm>
            <a:off x="207033" y="1397478"/>
            <a:ext cx="8635041" cy="4069009"/>
          </a:xfrm>
          <a:prstGeom prst="rect">
            <a:avLst/>
          </a:prstGeom>
        </p:spPr>
        <p:txBody>
          <a:bodyPr spcFirstLastPara="1" wrap="square" lIns="91425" tIns="45700" rIns="91425" bIns="45700" anchor="t" anchorCtr="0">
            <a:noAutofit/>
          </a:bodyPr>
          <a:lstStyle/>
          <a:p>
            <a:pPr marL="0" indent="0"/>
            <a:endParaRPr lang="en-US" dirty="0" smtClean="0"/>
          </a:p>
          <a:p>
            <a:pPr marL="514350" indent="-514350">
              <a:buFont typeface="Wingdings" pitchFamily="2" charset="2"/>
              <a:buChar char="Ø"/>
            </a:pPr>
            <a:r>
              <a:rPr lang="en-US" sz="2400" dirty="0" smtClean="0"/>
              <a:t>When user enters search topic, based on that topic live tweets are extracted and system then predicts its polarity </a:t>
            </a:r>
          </a:p>
          <a:p>
            <a:pPr marL="0" indent="0">
              <a:buNone/>
            </a:pPr>
            <a:endParaRPr lang="en-US" sz="2400" dirty="0" smtClean="0"/>
          </a:p>
          <a:p>
            <a:pPr marL="0" indent="0">
              <a:buFont typeface="Wingdings" pitchFamily="2" charset="2"/>
              <a:buChar char="Ø"/>
            </a:pPr>
            <a:r>
              <a:rPr lang="en-US" sz="2400" dirty="0" smtClean="0"/>
              <a:t>     Live tweets is saved in file along with its polarity  </a:t>
            </a:r>
            <a:endParaRPr sz="2400" dirty="0"/>
          </a:p>
        </p:txBody>
      </p:sp>
      <p:sp>
        <p:nvSpPr>
          <p:cNvPr id="1048652" name="Google Shape;125;g802540a111_0_30"/>
          <p:cNvSpPr>
            <a:spLocks noGrp="1"/>
          </p:cNvSpPr>
          <p:nvPr>
            <p:ph type="sldNum" idx="12"/>
          </p:nvPr>
        </p:nvSpPr>
        <p:spPr>
          <a:xfrm>
            <a:off x="146050" y="6210300"/>
            <a:ext cx="457200" cy="457200"/>
          </a:xfrm>
          <a:prstGeom prst="ellipse">
            <a:avLst/>
          </a:prstGeom>
        </p:spPr>
        <p:txBody>
          <a:bodyPr spcFirstLastPara="1" wrap="square" lIns="0" tIns="0" rIns="0" bIns="0" anchor="ctr" anchorCtr="1">
            <a:noAutofit/>
          </a:bodyPr>
          <a:lstStyle/>
          <a:p>
            <a:pPr marL="0" lvl="0" indent="0" algn="ctr" rtl="0">
              <a:spcBef>
                <a:spcPts val="0"/>
              </a:spcBef>
              <a:spcAft>
                <a:spcPts val="0"/>
              </a:spcAft>
              <a:buClr>
                <a:srgbClr val="FFFFFF"/>
              </a:buClr>
              <a:buSzPts val="1400"/>
              <a:buFont typeface="Libre Franklin" panose="00000500000000000000"/>
              <a:buNone/>
            </a:pPr>
            <a:fld id="{00000000-1234-1234-1234-123412341234}" type="slidenum">
              <a:rPr lang="en-US"/>
              <a:pPr marL="0" lvl="0" indent="0" algn="ctr" rtl="0">
                <a:spcBef>
                  <a:spcPts val="0"/>
                </a:spcBef>
                <a:spcAft>
                  <a:spcPts val="0"/>
                </a:spcAft>
                <a:buClr>
                  <a:srgbClr val="FFFFFF"/>
                </a:buClr>
                <a:buSzPts val="1400"/>
                <a:buFont typeface="Libre Franklin" panose="00000500000000000000"/>
                <a:buNone/>
              </a:pPr>
              <a:t>10</a:t>
            </a:fld>
            <a:endParaRPr lang="en-US"/>
          </a:p>
        </p:txBody>
      </p:sp>
      <p:sp>
        <p:nvSpPr>
          <p:cNvPr id="1048653" name="Google Shape;126;g802540a111_0_30"/>
          <p:cNvSpPr txBox="1"/>
          <p:nvPr/>
        </p:nvSpPr>
        <p:spPr>
          <a:xfrm>
            <a:off x="1207698" y="6172200"/>
            <a:ext cx="7679202"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a:t>
            </a: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IT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department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048657" name="Google Shape;132;p9"/>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Libre Franklin" panose="00000500000000000000"/>
              <a:buNone/>
            </a:pPr>
            <a:r>
              <a:rPr lang="en-US" sz="4000" b="0" i="0" u="none">
                <a:solidFill>
                  <a:schemeClr val="dk2"/>
                </a:solidFill>
                <a:latin typeface="Libre Franklin" panose="00000500000000000000"/>
                <a:ea typeface="Libre Franklin" panose="00000500000000000000"/>
                <a:cs typeface="Libre Franklin" panose="00000500000000000000"/>
                <a:sym typeface="Libre Franklin" panose="00000500000000000000"/>
              </a:rPr>
              <a:t>Conclusion</a:t>
            </a:r>
          </a:p>
        </p:txBody>
      </p:sp>
      <p:sp>
        <p:nvSpPr>
          <p:cNvPr id="1048658" name="Google Shape;133;p9"/>
          <p:cNvSpPr txBox="1"/>
          <p:nvPr/>
        </p:nvSpPr>
        <p:spPr>
          <a:xfrm>
            <a:off x="879894" y="6172200"/>
            <a:ext cx="7806906"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ACE- 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59" name="Google Shape;134;p9"/>
          <p:cNvSpPr/>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panose="00000500000000000000"/>
              <a:buNone/>
            </a:pPr>
            <a:fld id="{00000000-1234-1234-1234-123412341234}" type="slidenum">
              <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rPr>
              <a:pPr marL="0" marR="0" lvl="0" indent="0" algn="ctr" rtl="0">
                <a:lnSpc>
                  <a:spcPct val="100000"/>
                </a:lnSpc>
                <a:spcBef>
                  <a:spcPts val="0"/>
                </a:spcBef>
                <a:spcAft>
                  <a:spcPts val="0"/>
                </a:spcAft>
                <a:buClr>
                  <a:srgbClr val="FFFFFF"/>
                </a:buClr>
                <a:buSzPts val="1400"/>
                <a:buFont typeface="Libre Franklin" panose="00000500000000000000"/>
                <a:buNone/>
              </a:pPr>
              <a:t>11</a:t>
            </a:fld>
            <a:endPar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endParaRPr>
          </a:p>
        </p:txBody>
      </p:sp>
      <p:sp>
        <p:nvSpPr>
          <p:cNvPr id="1048660" name="Google Shape;135;p9"/>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eaLnBrk="1" hangingPunct="1">
              <a:buFont typeface="Wingdings" panose="05000000000000000000" pitchFamily="2" charset="2"/>
              <a:buChar char="Ø"/>
            </a:pPr>
            <a:r>
              <a:rPr lang="en-US" altLang="en-US" sz="2400" dirty="0"/>
              <a:t>A emotion detection system can be developed using RNN-LSTM. </a:t>
            </a:r>
          </a:p>
          <a:p>
            <a:pPr eaLnBrk="1" hangingPunct="1">
              <a:buFont typeface="Wingdings" panose="05000000000000000000" pitchFamily="2" charset="2"/>
              <a:buChar char="Ø"/>
            </a:pPr>
            <a:r>
              <a:rPr lang="en-US" altLang="en-US" sz="2400" dirty="0"/>
              <a:t>In these model an improved RNN language model is put forward using LSTM.</a:t>
            </a:r>
          </a:p>
          <a:p>
            <a:pPr eaLnBrk="1" hangingPunct="1">
              <a:buFont typeface="Wingdings" panose="05000000000000000000" pitchFamily="2" charset="2"/>
              <a:buChar char="Ø"/>
            </a:pPr>
            <a:r>
              <a:rPr lang="en-US" altLang="en-US" sz="2400" dirty="0"/>
              <a:t>RNN with LSTM can lead to better accuracy rate and recall rate than the conventional RNN. Specifically, RNN with LSTM can identify many text instances with the structure like ‘although…but…’, ‘not only…but also…’, ‘however’ and so on. It identifies some long statements better than the conventional RNN</a:t>
            </a:r>
          </a:p>
          <a:p>
            <a:pPr marL="140335" marR="0" lvl="0" indent="0" algn="l" rtl="0">
              <a:spcBef>
                <a:spcPts val="0"/>
              </a:spcBef>
              <a:spcAft>
                <a:spcPts val="0"/>
              </a:spcAft>
              <a:buClr>
                <a:schemeClr val="accent1"/>
              </a:buClr>
              <a:buSzPts val="2210"/>
              <a:buNone/>
            </a:pPr>
            <a:endParaRPr sz="2400" dirty="0">
              <a:solidFill>
                <a:schemeClr val="dk1"/>
              </a:solidFill>
              <a:latin typeface="Calibri" panose="020F0502020204030204" pitchFamily="34" charset="0"/>
              <a:cs typeface="Calibri" panose="020F0502020204030204" pitchFamily="34" charset="0"/>
              <a:sym typeface="Libre Baskerville" panose="0200000000000000000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048664" name="Google Shape;140;p10"/>
          <p:cNvSpPr txBox="1">
            <a:spLocks noGrp="1"/>
          </p:cNvSpPr>
          <p:nvPr>
            <p:ph type="title"/>
          </p:nvPr>
        </p:nvSpPr>
        <p:spPr>
          <a:xfrm>
            <a:off x="914400" y="274637"/>
            <a:ext cx="7772400" cy="1143000"/>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Libre Franklin" panose="00000500000000000000"/>
              <a:buNone/>
            </a:pPr>
            <a:r>
              <a:rPr lang="en-US" sz="4000" b="0" i="0" u="none">
                <a:solidFill>
                  <a:schemeClr val="dk2"/>
                </a:solidFill>
                <a:latin typeface="Libre Franklin" panose="00000500000000000000"/>
                <a:ea typeface="Libre Franklin" panose="00000500000000000000"/>
                <a:cs typeface="Libre Franklin" panose="00000500000000000000"/>
                <a:sym typeface="Libre Franklin" panose="00000500000000000000"/>
              </a:rPr>
              <a:t>References </a:t>
            </a:r>
          </a:p>
        </p:txBody>
      </p:sp>
      <p:sp>
        <p:nvSpPr>
          <p:cNvPr id="1048665" name="Google Shape;141;p10"/>
          <p:cNvSpPr txBox="1"/>
          <p:nvPr/>
        </p:nvSpPr>
        <p:spPr>
          <a:xfrm>
            <a:off x="1371600" y="6172200"/>
            <a:ext cx="7315200"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a:t>
            </a: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66" name="Google Shape;142;p10"/>
          <p:cNvSpPr/>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panose="00000500000000000000"/>
              <a:buNone/>
            </a:pPr>
            <a:fld id="{00000000-1234-1234-1234-123412341234}" type="slidenum">
              <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rPr>
              <a:pPr marL="0" marR="0" lvl="0" indent="0" algn="ctr" rtl="0">
                <a:lnSpc>
                  <a:spcPct val="100000"/>
                </a:lnSpc>
                <a:spcBef>
                  <a:spcPts val="0"/>
                </a:spcBef>
                <a:spcAft>
                  <a:spcPts val="0"/>
                </a:spcAft>
                <a:buClr>
                  <a:srgbClr val="FFFFFF"/>
                </a:buClr>
                <a:buSzPts val="1400"/>
                <a:buFont typeface="Libre Franklin" panose="00000500000000000000"/>
                <a:buNone/>
              </a:pPr>
              <a:t>12</a:t>
            </a:fld>
            <a:endPar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endParaRPr>
          </a:p>
        </p:txBody>
      </p:sp>
      <p:sp>
        <p:nvSpPr>
          <p:cNvPr id="1048667" name="Google Shape;143;p10"/>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algn="just">
              <a:buFont typeface="Wingdings" panose="05000000000000000000" pitchFamily="2" charset="2"/>
              <a:buChar char="Ø"/>
            </a:pPr>
            <a:r>
              <a:rPr lang="en-US" sz="2000" b="1" dirty="0"/>
              <a:t>Analyzing and predicting the US Midterm Elections on Twitter with Recurrent Neural Network</a:t>
            </a:r>
          </a:p>
          <a:p>
            <a:pPr marL="0" indent="0" algn="just">
              <a:buFont typeface="Wingdings 2" panose="05020102010507070707" pitchFamily="82" charset="2"/>
              <a:buNone/>
            </a:pPr>
            <a:r>
              <a:rPr lang="en-US" sz="2000" b="1" dirty="0"/>
              <a:t>   -</a:t>
            </a:r>
            <a:r>
              <a:rPr lang="en-US" sz="1800" dirty="0"/>
              <a:t> Antinio Lopardo, Marco Brambilla</a:t>
            </a:r>
          </a:p>
          <a:p>
            <a:pPr algn="just">
              <a:buFont typeface="Wingdings" panose="05000000000000000000" pitchFamily="2" charset="2"/>
              <a:buChar char="Ø"/>
            </a:pPr>
            <a:r>
              <a:rPr lang="en-US" sz="2000" b="1" dirty="0"/>
              <a:t>Sentiment Analysis on Twitter : A Survey</a:t>
            </a:r>
          </a:p>
          <a:p>
            <a:pPr marL="0" indent="0" algn="just">
              <a:buFont typeface="Wingdings 2" panose="05020102010507070707" pitchFamily="82" charset="2"/>
              <a:buNone/>
            </a:pPr>
            <a:r>
              <a:rPr lang="en-US" sz="1800" b="1" dirty="0"/>
              <a:t>    -</a:t>
            </a:r>
            <a:r>
              <a:rPr lang="en-US" sz="1800" dirty="0"/>
              <a:t>Rohita.V, D.Malathi</a:t>
            </a:r>
          </a:p>
          <a:p>
            <a:pPr algn="just">
              <a:buFont typeface="Wingdings" panose="05000000000000000000" pitchFamily="2" charset="2"/>
              <a:buChar char="Ø"/>
            </a:pPr>
            <a:r>
              <a:rPr lang="en-US" sz="2000" b="1" dirty="0"/>
              <a:t>Sentiment Analysis with Long Short-Term Memory networks</a:t>
            </a:r>
          </a:p>
          <a:p>
            <a:pPr marL="0" indent="0" algn="just">
              <a:buFont typeface="Wingdings 2" panose="05020102010507070707" pitchFamily="82" charset="2"/>
              <a:buNone/>
            </a:pPr>
            <a:r>
              <a:rPr lang="en-US" sz="1800" i="1" dirty="0"/>
              <a:t>    -</a:t>
            </a:r>
            <a:r>
              <a:rPr lang="en-US" sz="1800" dirty="0"/>
              <a:t>Prof. Fenna Miedema, Dr.sandjai Bhulai</a:t>
            </a:r>
          </a:p>
          <a:p>
            <a:pPr algn="just">
              <a:buFont typeface="Wingdings" panose="05000000000000000000" pitchFamily="2" charset="2"/>
              <a:buChar char="Ø"/>
            </a:pPr>
            <a:r>
              <a:rPr lang="en-US" sz="2000" b="1" dirty="0"/>
              <a:t>Study of  Twitter Sentiment Analysis using Machine Learning Algorithms on Python</a:t>
            </a:r>
          </a:p>
          <a:p>
            <a:pPr marL="0" indent="0" algn="just">
              <a:buFont typeface="Wingdings 2" panose="05020102010507070707" pitchFamily="82" charset="2"/>
              <a:buNone/>
            </a:pPr>
            <a:r>
              <a:rPr lang="en-US" sz="2000" b="1" i="1" dirty="0"/>
              <a:t>   -</a:t>
            </a:r>
            <a:r>
              <a:rPr lang="en-US" sz="1800" dirty="0"/>
              <a:t>Bhumika Gupta, Monika Negi, Kanika Vishwakarma, Goldi Rawat</a:t>
            </a:r>
          </a:p>
          <a:p>
            <a:pPr marL="131445" lvl="0" indent="0">
              <a:buNone/>
            </a:pPr>
            <a:endParaRPr lang="en-US" altLang="en-US" sz="2000" dirty="0">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Title 1"/>
          <p:cNvSpPr>
            <a:spLocks noGrp="1"/>
          </p:cNvSpPr>
          <p:nvPr>
            <p:ph type="title"/>
          </p:nvPr>
        </p:nvSpPr>
        <p:spPr/>
        <p:txBody>
          <a:bodyPr/>
          <a:lstStyle/>
          <a:p>
            <a:r>
              <a:rPr lang="en-US" dirty="0"/>
              <a:t>Future Scope</a:t>
            </a:r>
            <a:endParaRPr lang="en-IN" dirty="0"/>
          </a:p>
        </p:txBody>
      </p:sp>
      <p:sp>
        <p:nvSpPr>
          <p:cNvPr id="1048671" name="Text Placeholder 2"/>
          <p:cNvSpPr>
            <a:spLocks noGrp="1"/>
          </p:cNvSpPr>
          <p:nvPr>
            <p:ph type="body" idx="1"/>
          </p:nvPr>
        </p:nvSpPr>
        <p:spPr/>
        <p:txBody>
          <a:bodyPr/>
          <a:lstStyle/>
          <a:p>
            <a:pPr>
              <a:buFont typeface="Wingdings" pitchFamily="2" charset="2"/>
              <a:buChar char="Ø"/>
            </a:pPr>
            <a:r>
              <a:rPr lang="en-US" altLang="en-US" sz="2400" dirty="0"/>
              <a:t>We intend to build this project using Python programming language using Machine Learning concepts and Recurrent Neural Networks.</a:t>
            </a:r>
          </a:p>
          <a:p>
            <a:pPr>
              <a:buFont typeface="Wingdings" pitchFamily="2" charset="2"/>
              <a:buChar char="Ø"/>
            </a:pPr>
            <a:r>
              <a:rPr lang="en-US" altLang="en-US" sz="2400" dirty="0" smtClean="0"/>
              <a:t>The </a:t>
            </a:r>
            <a:r>
              <a:rPr lang="en-US" altLang="en-US" sz="2400" dirty="0"/>
              <a:t>scope of this project is to show how sentimental analysis can be used to recognize user’s mood or emotion using tweets which has been extracted in </a:t>
            </a:r>
            <a:r>
              <a:rPr lang="en-US" altLang="en-US" sz="2400" dirty="0" smtClean="0"/>
              <a:t> real </a:t>
            </a:r>
            <a:r>
              <a:rPr lang="en-US" altLang="en-US" sz="2400" dirty="0"/>
              <a:t>time</a:t>
            </a:r>
            <a:endParaRPr lang="en-IN"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048687" name="Google Shape;148;p11"/>
          <p:cNvSpPr txBox="1">
            <a:spLocks noGrp="1"/>
          </p:cNvSpPr>
          <p:nvPr>
            <p:ph type="title"/>
          </p:nvPr>
        </p:nvSpPr>
        <p:spPr>
          <a:xfrm>
            <a:off x="722312" y="952500"/>
            <a:ext cx="7772400" cy="1362075"/>
          </a:xfrm>
          <a:prstGeom prst="rect">
            <a:avLst/>
          </a:prstGeom>
          <a:noFill/>
          <a:ln>
            <a:noFill/>
          </a:ln>
        </p:spPr>
        <p:txBody>
          <a:bodyPr spcFirstLastPara="1" wrap="square" lIns="91425" tIns="45700" rIns="91425" bIns="91425" anchor="b" anchorCtr="0">
            <a:noAutofit/>
          </a:bodyPr>
          <a:lstStyle/>
          <a:p>
            <a:pPr marL="0" lvl="0" indent="0" algn="l" rtl="0">
              <a:lnSpc>
                <a:spcPct val="100000"/>
              </a:lnSpc>
              <a:spcBef>
                <a:spcPts val="0"/>
              </a:spcBef>
              <a:spcAft>
                <a:spcPts val="0"/>
              </a:spcAft>
              <a:buClr>
                <a:schemeClr val="dk2"/>
              </a:buClr>
              <a:buSzPts val="4000"/>
              <a:buFont typeface="Libre Franklin" panose="00000500000000000000"/>
              <a:buNone/>
            </a:pPr>
            <a:r>
              <a:rPr lang="en-US" sz="4000" b="0" i="0" u="none">
                <a:solidFill>
                  <a:schemeClr val="dk2"/>
                </a:solidFill>
                <a:latin typeface="Libre Franklin" panose="00000500000000000000"/>
                <a:ea typeface="Libre Franklin" panose="00000500000000000000"/>
                <a:cs typeface="Libre Franklin" panose="00000500000000000000"/>
                <a:sym typeface="Libre Franklin" panose="00000500000000000000"/>
              </a:rPr>
              <a:t>Questions??</a:t>
            </a:r>
          </a:p>
        </p:txBody>
      </p:sp>
      <p:sp>
        <p:nvSpPr>
          <p:cNvPr id="1048688" name="Google Shape;149;p11"/>
          <p:cNvSpPr txBox="1">
            <a:spLocks noGrp="1"/>
          </p:cNvSpPr>
          <p:nvPr>
            <p:ph type="body" idx="1"/>
          </p:nvPr>
        </p:nvSpPr>
        <p:spPr>
          <a:xfrm>
            <a:off x="722312" y="2547937"/>
            <a:ext cx="7772400" cy="133826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4590"/>
              <a:buNone/>
            </a:pPr>
            <a:r>
              <a:rPr lang="en-US" sz="5400" b="1" i="0" u="none">
                <a:solidFill>
                  <a:srgbClr val="898989"/>
                </a:solidFill>
                <a:latin typeface="Libre Franklin" panose="00000500000000000000"/>
                <a:ea typeface="Libre Franklin" panose="00000500000000000000"/>
                <a:cs typeface="Libre Franklin" panose="00000500000000000000"/>
                <a:sym typeface="Libre Franklin" panose="00000500000000000000"/>
              </a:rPr>
              <a:t>Thank You!</a:t>
            </a:r>
          </a:p>
        </p:txBody>
      </p:sp>
      <p:sp>
        <p:nvSpPr>
          <p:cNvPr id="1048689" name="Google Shape;150;p11"/>
          <p:cNvSpPr txBox="1"/>
          <p:nvPr/>
        </p:nvSpPr>
        <p:spPr>
          <a:xfrm>
            <a:off x="759125" y="6172200"/>
            <a:ext cx="8281358" cy="457200"/>
          </a:xfrm>
          <a:prstGeom prst="rect">
            <a:avLst/>
          </a:prstGeom>
          <a:noFill/>
          <a:ln>
            <a:noFill/>
          </a:ln>
        </p:spPr>
        <p:txBody>
          <a:bodyPr spcFirstLastPara="1" wrap="square" lIns="91425" tIns="45700" rIns="91425" bIns="45700" anchor="ctr" anchorCtr="0">
            <a:noAutofit/>
          </a:bodyPr>
          <a:lstStyle/>
          <a:p>
            <a:pPr lvl="0">
              <a:buClr>
                <a:schemeClr val="dk2"/>
              </a:buClr>
              <a:buSzPts val="1400"/>
            </a:pPr>
            <a:r>
              <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ACE- IT department </a:t>
            </a:r>
            <a:r>
              <a:rPr lang="en-US" sz="1400" b="0" i="0" u="none"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                                      </a:t>
            </a:r>
            <a:r>
              <a:rPr lang="en-US" dirty="0" smtClean="0">
                <a:solidFill>
                  <a:schemeClr val="dk2"/>
                </a:solidFill>
                <a:latin typeface="Libre Baskerville" panose="02000000000000000000"/>
                <a:ea typeface="Libre Baskerville" panose="02000000000000000000"/>
                <a:cs typeface="Libre Baskerville" panose="02000000000000000000"/>
                <a:sym typeface="Libre Baskerville" panose="02000000000000000000"/>
              </a:rPr>
              <a:t>Emotion detection by tweets and emoticons using ML                                  </a:t>
            </a:r>
            <a:endParaRPr lang="en-US" sz="1400" b="0" i="0" u="none" dirty="0">
              <a:solidFill>
                <a:schemeClr val="dk2"/>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048690" name="Google Shape;151;p11"/>
          <p:cNvSpPr/>
          <p:nvPr/>
        </p:nvSpPr>
        <p:spPr>
          <a:xfrm>
            <a:off x="146050" y="6208712"/>
            <a:ext cx="457200" cy="457200"/>
          </a:xfrm>
          <a:prstGeom prst="ellipse">
            <a:avLst/>
          </a:prstGeom>
          <a:solidFill>
            <a:schemeClr val="accent1"/>
          </a:solidFill>
          <a:ln>
            <a:noFill/>
          </a:ln>
        </p:spPr>
        <p:txBody>
          <a:bodyPr spcFirstLastPara="1" wrap="square" lIns="0" tIns="0" rIns="0" bIns="0" anchor="ctr" anchorCtr="1">
            <a:noAutofit/>
          </a:bodyPr>
          <a:lstStyle/>
          <a:p>
            <a:pPr marL="0" marR="0" lvl="0" indent="0" algn="ctr" rtl="0">
              <a:lnSpc>
                <a:spcPct val="100000"/>
              </a:lnSpc>
              <a:spcBef>
                <a:spcPts val="0"/>
              </a:spcBef>
              <a:spcAft>
                <a:spcPts val="0"/>
              </a:spcAft>
              <a:buClr>
                <a:srgbClr val="FFFFFF"/>
              </a:buClr>
              <a:buSzPts val="1400"/>
              <a:buFont typeface="Libre Franklin" panose="00000500000000000000"/>
              <a:buNone/>
            </a:pPr>
            <a:fld id="{00000000-1234-1234-1234-123412341234}" type="slidenum">
              <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rPr>
              <a:pPr marL="0" marR="0" lvl="0" indent="0" algn="ctr" rtl="0">
                <a:lnSpc>
                  <a:spcPct val="100000"/>
                </a:lnSpc>
                <a:spcBef>
                  <a:spcPts val="0"/>
                </a:spcBef>
                <a:spcAft>
                  <a:spcPts val="0"/>
                </a:spcAft>
                <a:buClr>
                  <a:srgbClr val="FFFFFF"/>
                </a:buClr>
                <a:buSzPts val="1400"/>
                <a:buFont typeface="Libre Franklin" panose="00000500000000000000"/>
                <a:buNone/>
              </a:pPr>
              <a:t>14</a:t>
            </a:fld>
            <a:endParaRPr lang="en-US" sz="1400" b="0" i="0" u="none">
              <a:solidFill>
                <a:srgbClr val="FFFFFF"/>
              </a:solidFill>
              <a:latin typeface="Libre Franklin" panose="00000500000000000000"/>
              <a:ea typeface="Libre Franklin" panose="00000500000000000000"/>
              <a:cs typeface="Libre Franklin" panose="00000500000000000000"/>
              <a:sym typeface="Libre Franklin" panose="00000500000000000000"/>
            </a:endParaRPr>
          </a:p>
        </p:txBody>
      </p:sp>
    </p:spTree>
  </p:cSld>
  <p:clrMapOvr>
    <a:masterClrMapping/>
  </p:clrMapOvr>
</p:sld>
</file>

<file path=ppt/theme/theme1.xml><?xml version="1.0" encoding="utf-8"?>
<a:theme xmlns:a="http://schemas.openxmlformats.org/drawingml/2006/main" name="1_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Equity">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909</Words>
  <Application>Microsoft Office PowerPoint</Application>
  <PresentationFormat>On-screen Show (4:3)</PresentationFormat>
  <Paragraphs>115</Paragraphs>
  <Slides>14</Slides>
  <Notes>10</Notes>
  <HiddenSlides>0</HiddenSlides>
  <MMClips>0</MMClips>
  <ScaleCrop>false</ScaleCrop>
  <HeadingPairs>
    <vt:vector size="4" baseType="variant">
      <vt:variant>
        <vt:lpstr>Theme</vt:lpstr>
      </vt:variant>
      <vt:variant>
        <vt:i4>3</vt:i4>
      </vt:variant>
      <vt:variant>
        <vt:lpstr>Slide Titles</vt:lpstr>
      </vt:variant>
      <vt:variant>
        <vt:i4>14</vt:i4>
      </vt:variant>
    </vt:vector>
  </HeadingPairs>
  <TitlesOfParts>
    <vt:vector size="17" baseType="lpstr">
      <vt:lpstr>1_Equity</vt:lpstr>
      <vt:lpstr>2_Equity</vt:lpstr>
      <vt:lpstr>3_Equity</vt:lpstr>
      <vt:lpstr>Emotion detection by tweets and emoticons using machine learning</vt:lpstr>
      <vt:lpstr>Content</vt:lpstr>
      <vt:lpstr>Introduction </vt:lpstr>
      <vt:lpstr>Review of literature</vt:lpstr>
      <vt:lpstr>Slide 5</vt:lpstr>
      <vt:lpstr>Problem Definition</vt:lpstr>
      <vt:lpstr>BLOCK DIAGRAM</vt:lpstr>
      <vt:lpstr>Algorithm</vt:lpstr>
      <vt:lpstr>Requirement Analysis</vt:lpstr>
      <vt:lpstr>Results and Discussion</vt:lpstr>
      <vt:lpstr>Conclusion</vt:lpstr>
      <vt:lpstr>References </vt:lpstr>
      <vt:lpstr>Future Scope</vt:lpstr>
      <vt:lpstr>Questions??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project</dc:title>
  <dc:creator>mecomp</dc:creator>
  <cp:lastModifiedBy>sedboi</cp:lastModifiedBy>
  <cp:revision>2</cp:revision>
  <dcterms:created xsi:type="dcterms:W3CDTF">2013-09-17T00:11:00Z</dcterms:created>
  <dcterms:modified xsi:type="dcterms:W3CDTF">2020-12-02T15:10:57Z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1033-11.2.0.9363</vt:lpwstr>
  </property>
</Properties>
</file>